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1" r:id="rId1"/>
  </p:sldMasterIdLst>
  <p:sldIdLst>
    <p:sldId id="256" r:id="rId2"/>
    <p:sldId id="258" r:id="rId3"/>
    <p:sldId id="265" r:id="rId4"/>
    <p:sldId id="266" r:id="rId5"/>
    <p:sldId id="267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7"/>
    <p:restoredTop sz="94701"/>
  </p:normalViewPr>
  <p:slideViewPr>
    <p:cSldViewPr snapToGrid="0">
      <p:cViewPr>
        <p:scale>
          <a:sx n="89" d="100"/>
          <a:sy n="89" d="100"/>
        </p:scale>
        <p:origin x="144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1396C4-CF4D-CA48-BB88-A82357123D67}" type="doc">
      <dgm:prSet loTypeId="urn:microsoft.com/office/officeart/2005/8/layout/vList2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93F7689-3129-2945-9189-E7A2BF96E4FC}">
      <dgm:prSet/>
      <dgm:spPr/>
      <dgm:t>
        <a:bodyPr/>
        <a:lstStyle/>
        <a:p>
          <a:r>
            <a:rPr lang="en-US" b="1" i="0" dirty="0"/>
            <a:t>System verification without execution</a:t>
          </a:r>
          <a:endParaRPr lang="en-US" dirty="0"/>
        </a:p>
      </dgm:t>
    </dgm:pt>
    <dgm:pt modelId="{74B19891-D51E-8044-92C7-03853EDA61CA}" type="parTrans" cxnId="{A9110140-3ED8-4244-A6D1-76321E5C9C11}">
      <dgm:prSet/>
      <dgm:spPr/>
      <dgm:t>
        <a:bodyPr/>
        <a:lstStyle/>
        <a:p>
          <a:endParaRPr lang="en-US"/>
        </a:p>
      </dgm:t>
    </dgm:pt>
    <dgm:pt modelId="{383B9E1B-689A-764E-8669-DF555ACE02F8}" type="sibTrans" cxnId="{A9110140-3ED8-4244-A6D1-76321E5C9C11}">
      <dgm:prSet/>
      <dgm:spPr/>
      <dgm:t>
        <a:bodyPr/>
        <a:lstStyle/>
        <a:p>
          <a:endParaRPr lang="en-US"/>
        </a:p>
      </dgm:t>
    </dgm:pt>
    <dgm:pt modelId="{6C33E56B-4AFF-654A-BDED-5E5785D3DEB8}">
      <dgm:prSet/>
      <dgm:spPr/>
      <dgm:t>
        <a:bodyPr/>
        <a:lstStyle/>
        <a:p>
          <a:r>
            <a:rPr lang="en-US" b="1" i="0" dirty="0"/>
            <a:t>Works on</a:t>
          </a:r>
          <a:r>
            <a:rPr lang="en-US" b="0" i="0" dirty="0"/>
            <a:t> source code, design models, specifications</a:t>
          </a:r>
          <a:endParaRPr lang="en-US" dirty="0"/>
        </a:p>
      </dgm:t>
    </dgm:pt>
    <dgm:pt modelId="{2957CEE0-B4D0-6140-87D2-1DE1A695D173}" type="parTrans" cxnId="{4810CA9A-5F2C-CD4B-B33E-22EAD99471F7}">
      <dgm:prSet/>
      <dgm:spPr/>
      <dgm:t>
        <a:bodyPr/>
        <a:lstStyle/>
        <a:p>
          <a:endParaRPr lang="en-US"/>
        </a:p>
      </dgm:t>
    </dgm:pt>
    <dgm:pt modelId="{ABBC4D21-9FA3-934B-A832-F09A99C00F28}" type="sibTrans" cxnId="{4810CA9A-5F2C-CD4B-B33E-22EAD99471F7}">
      <dgm:prSet/>
      <dgm:spPr/>
      <dgm:t>
        <a:bodyPr/>
        <a:lstStyle/>
        <a:p>
          <a:endParaRPr lang="en-US"/>
        </a:p>
      </dgm:t>
    </dgm:pt>
    <dgm:pt modelId="{5DA329E5-F650-AE43-81D6-708F4BFB7353}">
      <dgm:prSet/>
      <dgm:spPr/>
      <dgm:t>
        <a:bodyPr/>
        <a:lstStyle/>
        <a:p>
          <a:r>
            <a:rPr lang="en-US" b="1" i="0" dirty="0"/>
            <a:t>Detects errors early, before the software runs</a:t>
          </a:r>
          <a:endParaRPr lang="en-US" dirty="0"/>
        </a:p>
      </dgm:t>
    </dgm:pt>
    <dgm:pt modelId="{7D302AB4-CF11-DE45-8FE6-684FF96AFA58}" type="parTrans" cxnId="{C904E3EB-F898-3F40-961D-62473EC11246}">
      <dgm:prSet/>
      <dgm:spPr/>
      <dgm:t>
        <a:bodyPr/>
        <a:lstStyle/>
        <a:p>
          <a:endParaRPr lang="en-US"/>
        </a:p>
      </dgm:t>
    </dgm:pt>
    <dgm:pt modelId="{51E7652E-1141-1149-BCE8-B1F3753151D2}" type="sibTrans" cxnId="{C904E3EB-F898-3F40-961D-62473EC11246}">
      <dgm:prSet/>
      <dgm:spPr/>
      <dgm:t>
        <a:bodyPr/>
        <a:lstStyle/>
        <a:p>
          <a:endParaRPr lang="en-US"/>
        </a:p>
      </dgm:t>
    </dgm:pt>
    <dgm:pt modelId="{81C68DE2-1187-6B40-8C1E-02694F1D3030}" type="pres">
      <dgm:prSet presAssocID="{9C1396C4-CF4D-CA48-BB88-A82357123D67}" presName="linear" presStyleCnt="0">
        <dgm:presLayoutVars>
          <dgm:animLvl val="lvl"/>
          <dgm:resizeHandles val="exact"/>
        </dgm:presLayoutVars>
      </dgm:prSet>
      <dgm:spPr/>
    </dgm:pt>
    <dgm:pt modelId="{44BF827C-4DF6-2A4D-B13D-2A068A57014C}" type="pres">
      <dgm:prSet presAssocID="{093F7689-3129-2945-9189-E7A2BF96E4F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590BEF5-9690-8746-A1AE-CDD8C37F4344}" type="pres">
      <dgm:prSet presAssocID="{383B9E1B-689A-764E-8669-DF555ACE02F8}" presName="spacer" presStyleCnt="0"/>
      <dgm:spPr/>
    </dgm:pt>
    <dgm:pt modelId="{D1AAC180-DBC3-FC44-A95E-DA1CDBBB0769}" type="pres">
      <dgm:prSet presAssocID="{6C33E56B-4AFF-654A-BDED-5E5785D3DEB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9469A59-0FFE-C548-A196-0176B1A5712A}" type="pres">
      <dgm:prSet presAssocID="{ABBC4D21-9FA3-934B-A832-F09A99C00F28}" presName="spacer" presStyleCnt="0"/>
      <dgm:spPr/>
    </dgm:pt>
    <dgm:pt modelId="{E1195D2D-708B-CA49-A64E-05BABB8A5D99}" type="pres">
      <dgm:prSet presAssocID="{5DA329E5-F650-AE43-81D6-708F4BFB735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9110140-3ED8-4244-A6D1-76321E5C9C11}" srcId="{9C1396C4-CF4D-CA48-BB88-A82357123D67}" destId="{093F7689-3129-2945-9189-E7A2BF96E4FC}" srcOrd="0" destOrd="0" parTransId="{74B19891-D51E-8044-92C7-03853EDA61CA}" sibTransId="{383B9E1B-689A-764E-8669-DF555ACE02F8}"/>
    <dgm:cxn modelId="{138DCD89-B089-FA4C-B938-F93468B4259F}" type="presOf" srcId="{093F7689-3129-2945-9189-E7A2BF96E4FC}" destId="{44BF827C-4DF6-2A4D-B13D-2A068A57014C}" srcOrd="0" destOrd="0" presId="urn:microsoft.com/office/officeart/2005/8/layout/vList2"/>
    <dgm:cxn modelId="{8081DF94-BABB-2641-882F-CF377F0CCE7D}" type="presOf" srcId="{5DA329E5-F650-AE43-81D6-708F4BFB7353}" destId="{E1195D2D-708B-CA49-A64E-05BABB8A5D99}" srcOrd="0" destOrd="0" presId="urn:microsoft.com/office/officeart/2005/8/layout/vList2"/>
    <dgm:cxn modelId="{D02A6098-781B-924F-A657-0E771E16E0D8}" type="presOf" srcId="{9C1396C4-CF4D-CA48-BB88-A82357123D67}" destId="{81C68DE2-1187-6B40-8C1E-02694F1D3030}" srcOrd="0" destOrd="0" presId="urn:microsoft.com/office/officeart/2005/8/layout/vList2"/>
    <dgm:cxn modelId="{4810CA9A-5F2C-CD4B-B33E-22EAD99471F7}" srcId="{9C1396C4-CF4D-CA48-BB88-A82357123D67}" destId="{6C33E56B-4AFF-654A-BDED-5E5785D3DEB8}" srcOrd="1" destOrd="0" parTransId="{2957CEE0-B4D0-6140-87D2-1DE1A695D173}" sibTransId="{ABBC4D21-9FA3-934B-A832-F09A99C00F28}"/>
    <dgm:cxn modelId="{903F14CB-4FA8-3E4B-9815-6F05B58E3FF1}" type="presOf" srcId="{6C33E56B-4AFF-654A-BDED-5E5785D3DEB8}" destId="{D1AAC180-DBC3-FC44-A95E-DA1CDBBB0769}" srcOrd="0" destOrd="0" presId="urn:microsoft.com/office/officeart/2005/8/layout/vList2"/>
    <dgm:cxn modelId="{C904E3EB-F898-3F40-961D-62473EC11246}" srcId="{9C1396C4-CF4D-CA48-BB88-A82357123D67}" destId="{5DA329E5-F650-AE43-81D6-708F4BFB7353}" srcOrd="2" destOrd="0" parTransId="{7D302AB4-CF11-DE45-8FE6-684FF96AFA58}" sibTransId="{51E7652E-1141-1149-BCE8-B1F3753151D2}"/>
    <dgm:cxn modelId="{3F0773FB-3547-0243-A9E3-3E96C260BA47}" type="presParOf" srcId="{81C68DE2-1187-6B40-8C1E-02694F1D3030}" destId="{44BF827C-4DF6-2A4D-B13D-2A068A57014C}" srcOrd="0" destOrd="0" presId="urn:microsoft.com/office/officeart/2005/8/layout/vList2"/>
    <dgm:cxn modelId="{D72029CD-B692-A248-AB16-2A9D1695C64E}" type="presParOf" srcId="{81C68DE2-1187-6B40-8C1E-02694F1D3030}" destId="{4590BEF5-9690-8746-A1AE-CDD8C37F4344}" srcOrd="1" destOrd="0" presId="urn:microsoft.com/office/officeart/2005/8/layout/vList2"/>
    <dgm:cxn modelId="{1ECCD5D5-549A-4B4C-B0D2-FFB6ECA64884}" type="presParOf" srcId="{81C68DE2-1187-6B40-8C1E-02694F1D3030}" destId="{D1AAC180-DBC3-FC44-A95E-DA1CDBBB0769}" srcOrd="2" destOrd="0" presId="urn:microsoft.com/office/officeart/2005/8/layout/vList2"/>
    <dgm:cxn modelId="{9F9BA377-2CDC-3C44-B8B5-B3B113EB2998}" type="presParOf" srcId="{81C68DE2-1187-6B40-8C1E-02694F1D3030}" destId="{E9469A59-0FFE-C548-A196-0176B1A5712A}" srcOrd="3" destOrd="0" presId="urn:microsoft.com/office/officeart/2005/8/layout/vList2"/>
    <dgm:cxn modelId="{BA0C5623-AB70-EB49-99F7-358F093D19A1}" type="presParOf" srcId="{81C68DE2-1187-6B40-8C1E-02694F1D3030}" destId="{E1195D2D-708B-CA49-A64E-05BABB8A5D9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C0116C-9443-6E47-B7D5-7FC5615415A2}" type="doc">
      <dgm:prSet loTypeId="urn:microsoft.com/office/officeart/2005/8/layout/lProcess2" loCatId="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A980F72-6539-474B-BD89-51054638C42D}">
      <dgm:prSet/>
      <dgm:spPr/>
      <dgm:t>
        <a:bodyPr/>
        <a:lstStyle/>
        <a:p>
          <a:r>
            <a:rPr lang="en-US" b="1" i="0" dirty="0"/>
            <a:t>Static Analysis</a:t>
          </a:r>
          <a:endParaRPr lang="en-US" dirty="0"/>
        </a:p>
      </dgm:t>
    </dgm:pt>
    <dgm:pt modelId="{06B0ED6C-2CEB-AE45-BF7B-62BF166CD675}" type="parTrans" cxnId="{68EFB544-92DE-A441-8261-5538C7815B38}">
      <dgm:prSet/>
      <dgm:spPr/>
      <dgm:t>
        <a:bodyPr/>
        <a:lstStyle/>
        <a:p>
          <a:endParaRPr lang="en-US"/>
        </a:p>
      </dgm:t>
    </dgm:pt>
    <dgm:pt modelId="{900AB7E2-2B53-B54E-BD2A-841078216930}" type="sibTrans" cxnId="{68EFB544-92DE-A441-8261-5538C7815B38}">
      <dgm:prSet/>
      <dgm:spPr/>
      <dgm:t>
        <a:bodyPr/>
        <a:lstStyle/>
        <a:p>
          <a:endParaRPr lang="en-US"/>
        </a:p>
      </dgm:t>
    </dgm:pt>
    <dgm:pt modelId="{3C51AB3D-C6C2-6147-A782-7147EA46280B}">
      <dgm:prSet/>
      <dgm:spPr/>
      <dgm:t>
        <a:bodyPr/>
        <a:lstStyle/>
        <a:p>
          <a:r>
            <a:rPr lang="en-US" b="0" i="0" dirty="0"/>
            <a:t>Checks code </a:t>
          </a:r>
          <a:r>
            <a:rPr lang="en-US" b="1" i="0" dirty="0"/>
            <a:t>without running it</a:t>
          </a:r>
          <a:endParaRPr lang="en-US" dirty="0"/>
        </a:p>
      </dgm:t>
    </dgm:pt>
    <dgm:pt modelId="{E1038097-3E03-DE4D-990E-C5DA13140F05}" type="parTrans" cxnId="{F9456824-C88A-5E41-ADA6-51351AEDD381}">
      <dgm:prSet/>
      <dgm:spPr/>
      <dgm:t>
        <a:bodyPr/>
        <a:lstStyle/>
        <a:p>
          <a:endParaRPr lang="en-US"/>
        </a:p>
      </dgm:t>
    </dgm:pt>
    <dgm:pt modelId="{74A72797-D977-954C-9E2E-BFEE41A06664}" type="sibTrans" cxnId="{F9456824-C88A-5E41-ADA6-51351AEDD381}">
      <dgm:prSet/>
      <dgm:spPr/>
      <dgm:t>
        <a:bodyPr/>
        <a:lstStyle/>
        <a:p>
          <a:endParaRPr lang="en-US"/>
        </a:p>
      </dgm:t>
    </dgm:pt>
    <dgm:pt modelId="{99B5F234-7957-8443-853E-FC55FD882024}">
      <dgm:prSet/>
      <dgm:spPr/>
      <dgm:t>
        <a:bodyPr/>
        <a:lstStyle/>
        <a:p>
          <a:r>
            <a:rPr lang="en-US" b="0" i="0" dirty="0"/>
            <a:t>Focuses on code structure, models, and specifications</a:t>
          </a:r>
          <a:endParaRPr lang="en-US" dirty="0"/>
        </a:p>
      </dgm:t>
    </dgm:pt>
    <dgm:pt modelId="{A639FC81-00A4-AA42-B03B-F5A435CB86D5}" type="parTrans" cxnId="{79919AB0-D720-AC4A-BAA7-6FD815A2076C}">
      <dgm:prSet/>
      <dgm:spPr/>
      <dgm:t>
        <a:bodyPr/>
        <a:lstStyle/>
        <a:p>
          <a:endParaRPr lang="en-US"/>
        </a:p>
      </dgm:t>
    </dgm:pt>
    <dgm:pt modelId="{41D331E7-63A2-724B-B05C-B6F4D77DB3AA}" type="sibTrans" cxnId="{79919AB0-D720-AC4A-BAA7-6FD815A2076C}">
      <dgm:prSet/>
      <dgm:spPr/>
      <dgm:t>
        <a:bodyPr/>
        <a:lstStyle/>
        <a:p>
          <a:endParaRPr lang="en-US"/>
        </a:p>
      </dgm:t>
    </dgm:pt>
    <dgm:pt modelId="{1B4E1621-CC88-0044-9420-64FC3B6DDDD6}">
      <dgm:prSet/>
      <dgm:spPr/>
      <dgm:t>
        <a:bodyPr/>
        <a:lstStyle/>
        <a:p>
          <a:r>
            <a:rPr lang="en-US" b="0" i="0" dirty="0"/>
            <a:t>Detects errors </a:t>
          </a:r>
          <a:r>
            <a:rPr lang="en-US" b="1" i="0" dirty="0"/>
            <a:t>early in development</a:t>
          </a:r>
          <a:endParaRPr lang="en-US" dirty="0"/>
        </a:p>
      </dgm:t>
    </dgm:pt>
    <dgm:pt modelId="{5943880F-8705-9749-832B-CB49F4F2182B}" type="parTrans" cxnId="{C4AAEA96-CB6C-1942-9FC5-24DC4E3FA909}">
      <dgm:prSet/>
      <dgm:spPr/>
      <dgm:t>
        <a:bodyPr/>
        <a:lstStyle/>
        <a:p>
          <a:endParaRPr lang="en-US"/>
        </a:p>
      </dgm:t>
    </dgm:pt>
    <dgm:pt modelId="{5B8635F5-8F7C-E347-8835-CDBD0EF2F0B2}" type="sibTrans" cxnId="{C4AAEA96-CB6C-1942-9FC5-24DC4E3FA909}">
      <dgm:prSet/>
      <dgm:spPr/>
      <dgm:t>
        <a:bodyPr/>
        <a:lstStyle/>
        <a:p>
          <a:endParaRPr lang="en-US"/>
        </a:p>
      </dgm:t>
    </dgm:pt>
    <dgm:pt modelId="{CF1D480C-C3A4-D64A-A682-D5EEEFFCFD81}">
      <dgm:prSet/>
      <dgm:spPr/>
      <dgm:t>
        <a:bodyPr/>
        <a:lstStyle/>
        <a:p>
          <a:r>
            <a:rPr lang="en-US" b="1" i="0" dirty="0"/>
            <a:t>Dynamic Analysis</a:t>
          </a:r>
          <a:endParaRPr lang="en-US" dirty="0"/>
        </a:p>
      </dgm:t>
    </dgm:pt>
    <dgm:pt modelId="{32008311-050E-794D-88D4-0331CE6A1B75}" type="parTrans" cxnId="{643222B8-40CD-594F-8429-522BA8997758}">
      <dgm:prSet/>
      <dgm:spPr/>
      <dgm:t>
        <a:bodyPr/>
        <a:lstStyle/>
        <a:p>
          <a:endParaRPr lang="en-US"/>
        </a:p>
      </dgm:t>
    </dgm:pt>
    <dgm:pt modelId="{EF0F004D-CA84-6244-829F-AA421275BD84}" type="sibTrans" cxnId="{643222B8-40CD-594F-8429-522BA8997758}">
      <dgm:prSet/>
      <dgm:spPr/>
      <dgm:t>
        <a:bodyPr/>
        <a:lstStyle/>
        <a:p>
          <a:endParaRPr lang="en-US"/>
        </a:p>
      </dgm:t>
    </dgm:pt>
    <dgm:pt modelId="{F24B3413-FAFA-484E-AF35-91E14C302E7F}">
      <dgm:prSet/>
      <dgm:spPr/>
      <dgm:t>
        <a:bodyPr/>
        <a:lstStyle/>
        <a:p>
          <a:r>
            <a:rPr lang="en-US" b="0" i="0" dirty="0"/>
            <a:t>Tests behavior </a:t>
          </a:r>
          <a:r>
            <a:rPr lang="en-US" b="1" i="0" dirty="0"/>
            <a:t>by executing the program</a:t>
          </a:r>
          <a:endParaRPr lang="en-US" dirty="0"/>
        </a:p>
      </dgm:t>
    </dgm:pt>
    <dgm:pt modelId="{7F26472D-0D11-6447-B33B-C9308079A076}" type="parTrans" cxnId="{03BBA14D-DDCE-8B4C-8B82-84CD42B29531}">
      <dgm:prSet/>
      <dgm:spPr/>
      <dgm:t>
        <a:bodyPr/>
        <a:lstStyle/>
        <a:p>
          <a:endParaRPr lang="en-US"/>
        </a:p>
      </dgm:t>
    </dgm:pt>
    <dgm:pt modelId="{05CEC206-7E0F-0C44-A066-6C158CB0421B}" type="sibTrans" cxnId="{03BBA14D-DDCE-8B4C-8B82-84CD42B29531}">
      <dgm:prSet/>
      <dgm:spPr/>
      <dgm:t>
        <a:bodyPr/>
        <a:lstStyle/>
        <a:p>
          <a:endParaRPr lang="en-US"/>
        </a:p>
      </dgm:t>
    </dgm:pt>
    <dgm:pt modelId="{D83A6C5A-16C4-DC47-894C-895E2735C931}">
      <dgm:prSet/>
      <dgm:spPr/>
      <dgm:t>
        <a:bodyPr/>
        <a:lstStyle/>
        <a:p>
          <a:r>
            <a:rPr lang="en-US" b="0" i="0" dirty="0"/>
            <a:t>Focuses on runtime conditions and outputs</a:t>
          </a:r>
          <a:endParaRPr lang="en-US" dirty="0"/>
        </a:p>
      </dgm:t>
    </dgm:pt>
    <dgm:pt modelId="{24B26F06-55C2-8644-BBFC-E935A6C336C5}" type="parTrans" cxnId="{1744A0DF-B8EF-B04B-9552-B7CD9ADF28B9}">
      <dgm:prSet/>
      <dgm:spPr/>
      <dgm:t>
        <a:bodyPr/>
        <a:lstStyle/>
        <a:p>
          <a:endParaRPr lang="en-US"/>
        </a:p>
      </dgm:t>
    </dgm:pt>
    <dgm:pt modelId="{2531D1B5-BA05-1645-AB62-6DA35371BA26}" type="sibTrans" cxnId="{1744A0DF-B8EF-B04B-9552-B7CD9ADF28B9}">
      <dgm:prSet/>
      <dgm:spPr/>
      <dgm:t>
        <a:bodyPr/>
        <a:lstStyle/>
        <a:p>
          <a:endParaRPr lang="en-US"/>
        </a:p>
      </dgm:t>
    </dgm:pt>
    <dgm:pt modelId="{4937F584-36C5-7B4B-A856-B3111AC74AF8}">
      <dgm:prSet/>
      <dgm:spPr/>
      <dgm:t>
        <a:bodyPr/>
        <a:lstStyle/>
        <a:p>
          <a:r>
            <a:rPr lang="en-US" b="0" i="0" dirty="0"/>
            <a:t>Detects issues </a:t>
          </a:r>
          <a:r>
            <a:rPr lang="en-US" b="1" i="0" dirty="0"/>
            <a:t>during or after execution</a:t>
          </a:r>
          <a:endParaRPr lang="en-US" dirty="0"/>
        </a:p>
      </dgm:t>
    </dgm:pt>
    <dgm:pt modelId="{16BD237F-8896-4C40-9918-50BC686701CF}" type="parTrans" cxnId="{65D632D4-A64F-8943-83FB-4E7829556DA6}">
      <dgm:prSet/>
      <dgm:spPr/>
      <dgm:t>
        <a:bodyPr/>
        <a:lstStyle/>
        <a:p>
          <a:endParaRPr lang="en-US"/>
        </a:p>
      </dgm:t>
    </dgm:pt>
    <dgm:pt modelId="{93D45847-7AC4-0148-8603-491BDF5282D0}" type="sibTrans" cxnId="{65D632D4-A64F-8943-83FB-4E7829556DA6}">
      <dgm:prSet/>
      <dgm:spPr/>
      <dgm:t>
        <a:bodyPr/>
        <a:lstStyle/>
        <a:p>
          <a:endParaRPr lang="en-US"/>
        </a:p>
      </dgm:t>
    </dgm:pt>
    <dgm:pt modelId="{E3345451-B7BB-4A42-A547-97EB2CFECA64}" type="pres">
      <dgm:prSet presAssocID="{21C0116C-9443-6E47-B7D5-7FC5615415A2}" presName="theList" presStyleCnt="0">
        <dgm:presLayoutVars>
          <dgm:dir/>
          <dgm:animLvl val="lvl"/>
          <dgm:resizeHandles val="exact"/>
        </dgm:presLayoutVars>
      </dgm:prSet>
      <dgm:spPr/>
    </dgm:pt>
    <dgm:pt modelId="{8BF3D858-E8E0-6749-8FCF-8033DEFCD9D5}" type="pres">
      <dgm:prSet presAssocID="{0A980F72-6539-474B-BD89-51054638C42D}" presName="compNode" presStyleCnt="0"/>
      <dgm:spPr/>
    </dgm:pt>
    <dgm:pt modelId="{9FA6CCB4-7651-144F-BAB0-ACA8F864508B}" type="pres">
      <dgm:prSet presAssocID="{0A980F72-6539-474B-BD89-51054638C42D}" presName="aNode" presStyleLbl="bgShp" presStyleIdx="0" presStyleCnt="2"/>
      <dgm:spPr/>
    </dgm:pt>
    <dgm:pt modelId="{A5ECF528-5536-8D4F-A421-624627557E9C}" type="pres">
      <dgm:prSet presAssocID="{0A980F72-6539-474B-BD89-51054638C42D}" presName="textNode" presStyleLbl="bgShp" presStyleIdx="0" presStyleCnt="2"/>
      <dgm:spPr/>
    </dgm:pt>
    <dgm:pt modelId="{3FA9BD57-C630-4545-8F52-5D1E166A2049}" type="pres">
      <dgm:prSet presAssocID="{0A980F72-6539-474B-BD89-51054638C42D}" presName="compChildNode" presStyleCnt="0"/>
      <dgm:spPr/>
    </dgm:pt>
    <dgm:pt modelId="{84E1F381-6AC4-2D4F-827C-F0BC89AFEC05}" type="pres">
      <dgm:prSet presAssocID="{0A980F72-6539-474B-BD89-51054638C42D}" presName="theInnerList" presStyleCnt="0"/>
      <dgm:spPr/>
    </dgm:pt>
    <dgm:pt modelId="{23E88F78-255C-7449-BCA7-688CF70523C4}" type="pres">
      <dgm:prSet presAssocID="{3C51AB3D-C6C2-6147-A782-7147EA46280B}" presName="childNode" presStyleLbl="node1" presStyleIdx="0" presStyleCnt="6">
        <dgm:presLayoutVars>
          <dgm:bulletEnabled val="1"/>
        </dgm:presLayoutVars>
      </dgm:prSet>
      <dgm:spPr/>
    </dgm:pt>
    <dgm:pt modelId="{906AFCA3-0222-EE40-9761-D5E227F92CB3}" type="pres">
      <dgm:prSet presAssocID="{3C51AB3D-C6C2-6147-A782-7147EA46280B}" presName="aSpace2" presStyleCnt="0"/>
      <dgm:spPr/>
    </dgm:pt>
    <dgm:pt modelId="{EE0B8BC7-66C0-764C-994D-6C4D3AE2F9D5}" type="pres">
      <dgm:prSet presAssocID="{99B5F234-7957-8443-853E-FC55FD882024}" presName="childNode" presStyleLbl="node1" presStyleIdx="1" presStyleCnt="6">
        <dgm:presLayoutVars>
          <dgm:bulletEnabled val="1"/>
        </dgm:presLayoutVars>
      </dgm:prSet>
      <dgm:spPr/>
    </dgm:pt>
    <dgm:pt modelId="{96707983-E514-2348-BBC0-552BD3A2B64D}" type="pres">
      <dgm:prSet presAssocID="{99B5F234-7957-8443-853E-FC55FD882024}" presName="aSpace2" presStyleCnt="0"/>
      <dgm:spPr/>
    </dgm:pt>
    <dgm:pt modelId="{294C0EFF-F90E-214E-BD77-7F1458D32E4D}" type="pres">
      <dgm:prSet presAssocID="{1B4E1621-CC88-0044-9420-64FC3B6DDDD6}" presName="childNode" presStyleLbl="node1" presStyleIdx="2" presStyleCnt="6">
        <dgm:presLayoutVars>
          <dgm:bulletEnabled val="1"/>
        </dgm:presLayoutVars>
      </dgm:prSet>
      <dgm:spPr/>
    </dgm:pt>
    <dgm:pt modelId="{C445C7DA-0F8B-6742-B8A0-ACD004DE7317}" type="pres">
      <dgm:prSet presAssocID="{0A980F72-6539-474B-BD89-51054638C42D}" presName="aSpace" presStyleCnt="0"/>
      <dgm:spPr/>
    </dgm:pt>
    <dgm:pt modelId="{EA9DB554-E819-5644-AC19-0646E68B4851}" type="pres">
      <dgm:prSet presAssocID="{CF1D480C-C3A4-D64A-A682-D5EEEFFCFD81}" presName="compNode" presStyleCnt="0"/>
      <dgm:spPr/>
    </dgm:pt>
    <dgm:pt modelId="{3FED2154-94B8-E745-BB60-66E301DEC87D}" type="pres">
      <dgm:prSet presAssocID="{CF1D480C-C3A4-D64A-A682-D5EEEFFCFD81}" presName="aNode" presStyleLbl="bgShp" presStyleIdx="1" presStyleCnt="2"/>
      <dgm:spPr/>
    </dgm:pt>
    <dgm:pt modelId="{EC4AE953-2118-694D-A140-9FE95F12C962}" type="pres">
      <dgm:prSet presAssocID="{CF1D480C-C3A4-D64A-A682-D5EEEFFCFD81}" presName="textNode" presStyleLbl="bgShp" presStyleIdx="1" presStyleCnt="2"/>
      <dgm:spPr/>
    </dgm:pt>
    <dgm:pt modelId="{C1F132A7-5DCE-A949-B95D-35C932585661}" type="pres">
      <dgm:prSet presAssocID="{CF1D480C-C3A4-D64A-A682-D5EEEFFCFD81}" presName="compChildNode" presStyleCnt="0"/>
      <dgm:spPr/>
    </dgm:pt>
    <dgm:pt modelId="{B0BC4F89-2B27-994F-B619-D14ECC5EEC67}" type="pres">
      <dgm:prSet presAssocID="{CF1D480C-C3A4-D64A-A682-D5EEEFFCFD81}" presName="theInnerList" presStyleCnt="0"/>
      <dgm:spPr/>
    </dgm:pt>
    <dgm:pt modelId="{C398A656-747F-5F4D-B984-04ADE8DC7355}" type="pres">
      <dgm:prSet presAssocID="{F24B3413-FAFA-484E-AF35-91E14C302E7F}" presName="childNode" presStyleLbl="node1" presStyleIdx="3" presStyleCnt="6">
        <dgm:presLayoutVars>
          <dgm:bulletEnabled val="1"/>
        </dgm:presLayoutVars>
      </dgm:prSet>
      <dgm:spPr/>
    </dgm:pt>
    <dgm:pt modelId="{73DF369D-795B-F14C-9C5B-D7CC7BECA404}" type="pres">
      <dgm:prSet presAssocID="{F24B3413-FAFA-484E-AF35-91E14C302E7F}" presName="aSpace2" presStyleCnt="0"/>
      <dgm:spPr/>
    </dgm:pt>
    <dgm:pt modelId="{B0ACEA07-941C-3148-9EFE-CE78406646BF}" type="pres">
      <dgm:prSet presAssocID="{D83A6C5A-16C4-DC47-894C-895E2735C931}" presName="childNode" presStyleLbl="node1" presStyleIdx="4" presStyleCnt="6">
        <dgm:presLayoutVars>
          <dgm:bulletEnabled val="1"/>
        </dgm:presLayoutVars>
      </dgm:prSet>
      <dgm:spPr/>
    </dgm:pt>
    <dgm:pt modelId="{8F0CB8E2-7FBB-E348-9AA8-E18C66DA272B}" type="pres">
      <dgm:prSet presAssocID="{D83A6C5A-16C4-DC47-894C-895E2735C931}" presName="aSpace2" presStyleCnt="0"/>
      <dgm:spPr/>
    </dgm:pt>
    <dgm:pt modelId="{D35E9F26-E9BC-1A40-A500-85996FECE547}" type="pres">
      <dgm:prSet presAssocID="{4937F584-36C5-7B4B-A856-B3111AC74AF8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C83A0A10-E622-1545-BF72-B08C0269BBA3}" type="presOf" srcId="{1B4E1621-CC88-0044-9420-64FC3B6DDDD6}" destId="{294C0EFF-F90E-214E-BD77-7F1458D32E4D}" srcOrd="0" destOrd="0" presId="urn:microsoft.com/office/officeart/2005/8/layout/lProcess2"/>
    <dgm:cxn modelId="{5416C614-C597-0441-B063-9F3C19C38750}" type="presOf" srcId="{CF1D480C-C3A4-D64A-A682-D5EEEFFCFD81}" destId="{3FED2154-94B8-E745-BB60-66E301DEC87D}" srcOrd="0" destOrd="0" presId="urn:microsoft.com/office/officeart/2005/8/layout/lProcess2"/>
    <dgm:cxn modelId="{5D608617-2D35-E94E-B96A-B0AF61C43243}" type="presOf" srcId="{99B5F234-7957-8443-853E-FC55FD882024}" destId="{EE0B8BC7-66C0-764C-994D-6C4D3AE2F9D5}" srcOrd="0" destOrd="0" presId="urn:microsoft.com/office/officeart/2005/8/layout/lProcess2"/>
    <dgm:cxn modelId="{F9456824-C88A-5E41-ADA6-51351AEDD381}" srcId="{0A980F72-6539-474B-BD89-51054638C42D}" destId="{3C51AB3D-C6C2-6147-A782-7147EA46280B}" srcOrd="0" destOrd="0" parTransId="{E1038097-3E03-DE4D-990E-C5DA13140F05}" sibTransId="{74A72797-D977-954C-9E2E-BFEE41A06664}"/>
    <dgm:cxn modelId="{68EFB544-92DE-A441-8261-5538C7815B38}" srcId="{21C0116C-9443-6E47-B7D5-7FC5615415A2}" destId="{0A980F72-6539-474B-BD89-51054638C42D}" srcOrd="0" destOrd="0" parTransId="{06B0ED6C-2CEB-AE45-BF7B-62BF166CD675}" sibTransId="{900AB7E2-2B53-B54E-BD2A-841078216930}"/>
    <dgm:cxn modelId="{03BBA14D-DDCE-8B4C-8B82-84CD42B29531}" srcId="{CF1D480C-C3A4-D64A-A682-D5EEEFFCFD81}" destId="{F24B3413-FAFA-484E-AF35-91E14C302E7F}" srcOrd="0" destOrd="0" parTransId="{7F26472D-0D11-6447-B33B-C9308079A076}" sibTransId="{05CEC206-7E0F-0C44-A066-6C158CB0421B}"/>
    <dgm:cxn modelId="{6AC64850-6654-A546-A9D3-5A9343E0C5EB}" type="presOf" srcId="{3C51AB3D-C6C2-6147-A782-7147EA46280B}" destId="{23E88F78-255C-7449-BCA7-688CF70523C4}" srcOrd="0" destOrd="0" presId="urn:microsoft.com/office/officeart/2005/8/layout/lProcess2"/>
    <dgm:cxn modelId="{AA7C1E6A-FE4F-4A41-9FFF-7E68A4FE079F}" type="presOf" srcId="{CF1D480C-C3A4-D64A-A682-D5EEEFFCFD81}" destId="{EC4AE953-2118-694D-A140-9FE95F12C962}" srcOrd="1" destOrd="0" presId="urn:microsoft.com/office/officeart/2005/8/layout/lProcess2"/>
    <dgm:cxn modelId="{30525F76-ACF3-B041-B614-027FE75AAACB}" type="presOf" srcId="{0A980F72-6539-474B-BD89-51054638C42D}" destId="{9FA6CCB4-7651-144F-BAB0-ACA8F864508B}" srcOrd="0" destOrd="0" presId="urn:microsoft.com/office/officeart/2005/8/layout/lProcess2"/>
    <dgm:cxn modelId="{C4AAEA96-CB6C-1942-9FC5-24DC4E3FA909}" srcId="{0A980F72-6539-474B-BD89-51054638C42D}" destId="{1B4E1621-CC88-0044-9420-64FC3B6DDDD6}" srcOrd="2" destOrd="0" parTransId="{5943880F-8705-9749-832B-CB49F4F2182B}" sibTransId="{5B8635F5-8F7C-E347-8835-CDBD0EF2F0B2}"/>
    <dgm:cxn modelId="{04C2319E-234D-6947-A170-F3591244E973}" type="presOf" srcId="{4937F584-36C5-7B4B-A856-B3111AC74AF8}" destId="{D35E9F26-E9BC-1A40-A500-85996FECE547}" srcOrd="0" destOrd="0" presId="urn:microsoft.com/office/officeart/2005/8/layout/lProcess2"/>
    <dgm:cxn modelId="{21958EA0-723E-FD42-B715-8693355C9363}" type="presOf" srcId="{21C0116C-9443-6E47-B7D5-7FC5615415A2}" destId="{E3345451-B7BB-4A42-A547-97EB2CFECA64}" srcOrd="0" destOrd="0" presId="urn:microsoft.com/office/officeart/2005/8/layout/lProcess2"/>
    <dgm:cxn modelId="{79919AB0-D720-AC4A-BAA7-6FD815A2076C}" srcId="{0A980F72-6539-474B-BD89-51054638C42D}" destId="{99B5F234-7957-8443-853E-FC55FD882024}" srcOrd="1" destOrd="0" parTransId="{A639FC81-00A4-AA42-B03B-F5A435CB86D5}" sibTransId="{41D331E7-63A2-724B-B05C-B6F4D77DB3AA}"/>
    <dgm:cxn modelId="{643222B8-40CD-594F-8429-522BA8997758}" srcId="{21C0116C-9443-6E47-B7D5-7FC5615415A2}" destId="{CF1D480C-C3A4-D64A-A682-D5EEEFFCFD81}" srcOrd="1" destOrd="0" parTransId="{32008311-050E-794D-88D4-0331CE6A1B75}" sibTransId="{EF0F004D-CA84-6244-829F-AA421275BD84}"/>
    <dgm:cxn modelId="{7E1AEEBF-9E80-D742-863A-56C176449096}" type="presOf" srcId="{D83A6C5A-16C4-DC47-894C-895E2735C931}" destId="{B0ACEA07-941C-3148-9EFE-CE78406646BF}" srcOrd="0" destOrd="0" presId="urn:microsoft.com/office/officeart/2005/8/layout/lProcess2"/>
    <dgm:cxn modelId="{65D632D4-A64F-8943-83FB-4E7829556DA6}" srcId="{CF1D480C-C3A4-D64A-A682-D5EEEFFCFD81}" destId="{4937F584-36C5-7B4B-A856-B3111AC74AF8}" srcOrd="2" destOrd="0" parTransId="{16BD237F-8896-4C40-9918-50BC686701CF}" sibTransId="{93D45847-7AC4-0148-8603-491BDF5282D0}"/>
    <dgm:cxn modelId="{307E01D8-DB84-044D-980F-B7C0869D9A78}" type="presOf" srcId="{F24B3413-FAFA-484E-AF35-91E14C302E7F}" destId="{C398A656-747F-5F4D-B984-04ADE8DC7355}" srcOrd="0" destOrd="0" presId="urn:microsoft.com/office/officeart/2005/8/layout/lProcess2"/>
    <dgm:cxn modelId="{1744A0DF-B8EF-B04B-9552-B7CD9ADF28B9}" srcId="{CF1D480C-C3A4-D64A-A682-D5EEEFFCFD81}" destId="{D83A6C5A-16C4-DC47-894C-895E2735C931}" srcOrd="1" destOrd="0" parTransId="{24B26F06-55C2-8644-BBFC-E935A6C336C5}" sibTransId="{2531D1B5-BA05-1645-AB62-6DA35371BA26}"/>
    <dgm:cxn modelId="{93D888E4-B7A7-7B46-8842-D16DE92A836A}" type="presOf" srcId="{0A980F72-6539-474B-BD89-51054638C42D}" destId="{A5ECF528-5536-8D4F-A421-624627557E9C}" srcOrd="1" destOrd="0" presId="urn:microsoft.com/office/officeart/2005/8/layout/lProcess2"/>
    <dgm:cxn modelId="{A3F6DFF1-D56C-7F47-956F-99C15EF9F3DE}" type="presParOf" srcId="{E3345451-B7BB-4A42-A547-97EB2CFECA64}" destId="{8BF3D858-E8E0-6749-8FCF-8033DEFCD9D5}" srcOrd="0" destOrd="0" presId="urn:microsoft.com/office/officeart/2005/8/layout/lProcess2"/>
    <dgm:cxn modelId="{C1E0A46B-7A18-5F42-8F60-BAFB78349AF7}" type="presParOf" srcId="{8BF3D858-E8E0-6749-8FCF-8033DEFCD9D5}" destId="{9FA6CCB4-7651-144F-BAB0-ACA8F864508B}" srcOrd="0" destOrd="0" presId="urn:microsoft.com/office/officeart/2005/8/layout/lProcess2"/>
    <dgm:cxn modelId="{1DF1D1A0-83B8-A844-990C-964376B5CC77}" type="presParOf" srcId="{8BF3D858-E8E0-6749-8FCF-8033DEFCD9D5}" destId="{A5ECF528-5536-8D4F-A421-624627557E9C}" srcOrd="1" destOrd="0" presId="urn:microsoft.com/office/officeart/2005/8/layout/lProcess2"/>
    <dgm:cxn modelId="{3D3DF421-ED9D-2C47-8769-D946EF8999D3}" type="presParOf" srcId="{8BF3D858-E8E0-6749-8FCF-8033DEFCD9D5}" destId="{3FA9BD57-C630-4545-8F52-5D1E166A2049}" srcOrd="2" destOrd="0" presId="urn:microsoft.com/office/officeart/2005/8/layout/lProcess2"/>
    <dgm:cxn modelId="{3E846028-D338-DA4D-AAB5-C8EB1F64796F}" type="presParOf" srcId="{3FA9BD57-C630-4545-8F52-5D1E166A2049}" destId="{84E1F381-6AC4-2D4F-827C-F0BC89AFEC05}" srcOrd="0" destOrd="0" presId="urn:microsoft.com/office/officeart/2005/8/layout/lProcess2"/>
    <dgm:cxn modelId="{4D65F0B6-B7AE-2848-B3F7-B225605F2B04}" type="presParOf" srcId="{84E1F381-6AC4-2D4F-827C-F0BC89AFEC05}" destId="{23E88F78-255C-7449-BCA7-688CF70523C4}" srcOrd="0" destOrd="0" presId="urn:microsoft.com/office/officeart/2005/8/layout/lProcess2"/>
    <dgm:cxn modelId="{AA66DA5C-CD9C-AE47-B5B3-62AFE2AD7508}" type="presParOf" srcId="{84E1F381-6AC4-2D4F-827C-F0BC89AFEC05}" destId="{906AFCA3-0222-EE40-9761-D5E227F92CB3}" srcOrd="1" destOrd="0" presId="urn:microsoft.com/office/officeart/2005/8/layout/lProcess2"/>
    <dgm:cxn modelId="{EE91A150-4EBB-E147-B2F0-1D0A4F0097A7}" type="presParOf" srcId="{84E1F381-6AC4-2D4F-827C-F0BC89AFEC05}" destId="{EE0B8BC7-66C0-764C-994D-6C4D3AE2F9D5}" srcOrd="2" destOrd="0" presId="urn:microsoft.com/office/officeart/2005/8/layout/lProcess2"/>
    <dgm:cxn modelId="{97782E81-6453-C14F-80F3-B213142CC286}" type="presParOf" srcId="{84E1F381-6AC4-2D4F-827C-F0BC89AFEC05}" destId="{96707983-E514-2348-BBC0-552BD3A2B64D}" srcOrd="3" destOrd="0" presId="urn:microsoft.com/office/officeart/2005/8/layout/lProcess2"/>
    <dgm:cxn modelId="{79D319D3-F8E7-B343-AF25-F01761F8F766}" type="presParOf" srcId="{84E1F381-6AC4-2D4F-827C-F0BC89AFEC05}" destId="{294C0EFF-F90E-214E-BD77-7F1458D32E4D}" srcOrd="4" destOrd="0" presId="urn:microsoft.com/office/officeart/2005/8/layout/lProcess2"/>
    <dgm:cxn modelId="{691EE097-F963-2744-993C-020FC1B2FF02}" type="presParOf" srcId="{E3345451-B7BB-4A42-A547-97EB2CFECA64}" destId="{C445C7DA-0F8B-6742-B8A0-ACD004DE7317}" srcOrd="1" destOrd="0" presId="urn:microsoft.com/office/officeart/2005/8/layout/lProcess2"/>
    <dgm:cxn modelId="{33DFDFFB-AC64-2741-826E-923D05066F0A}" type="presParOf" srcId="{E3345451-B7BB-4A42-A547-97EB2CFECA64}" destId="{EA9DB554-E819-5644-AC19-0646E68B4851}" srcOrd="2" destOrd="0" presId="urn:microsoft.com/office/officeart/2005/8/layout/lProcess2"/>
    <dgm:cxn modelId="{13C19795-4CE2-E347-ABA8-BF551F91A59C}" type="presParOf" srcId="{EA9DB554-E819-5644-AC19-0646E68B4851}" destId="{3FED2154-94B8-E745-BB60-66E301DEC87D}" srcOrd="0" destOrd="0" presId="urn:microsoft.com/office/officeart/2005/8/layout/lProcess2"/>
    <dgm:cxn modelId="{F5CF2EBF-A8BE-9345-95A1-FA7C1A9249E9}" type="presParOf" srcId="{EA9DB554-E819-5644-AC19-0646E68B4851}" destId="{EC4AE953-2118-694D-A140-9FE95F12C962}" srcOrd="1" destOrd="0" presId="urn:microsoft.com/office/officeart/2005/8/layout/lProcess2"/>
    <dgm:cxn modelId="{86C39D1D-258F-6D4B-A44B-AC2943A782F7}" type="presParOf" srcId="{EA9DB554-E819-5644-AC19-0646E68B4851}" destId="{C1F132A7-5DCE-A949-B95D-35C932585661}" srcOrd="2" destOrd="0" presId="urn:microsoft.com/office/officeart/2005/8/layout/lProcess2"/>
    <dgm:cxn modelId="{67B10D64-5EBD-484C-B421-FD08A54EF531}" type="presParOf" srcId="{C1F132A7-5DCE-A949-B95D-35C932585661}" destId="{B0BC4F89-2B27-994F-B619-D14ECC5EEC67}" srcOrd="0" destOrd="0" presId="urn:microsoft.com/office/officeart/2005/8/layout/lProcess2"/>
    <dgm:cxn modelId="{54673CB7-F35C-9742-8C27-116D827DB227}" type="presParOf" srcId="{B0BC4F89-2B27-994F-B619-D14ECC5EEC67}" destId="{C398A656-747F-5F4D-B984-04ADE8DC7355}" srcOrd="0" destOrd="0" presId="urn:microsoft.com/office/officeart/2005/8/layout/lProcess2"/>
    <dgm:cxn modelId="{CA4EB3D6-F4F3-904F-BC53-4682C8B47050}" type="presParOf" srcId="{B0BC4F89-2B27-994F-B619-D14ECC5EEC67}" destId="{73DF369D-795B-F14C-9C5B-D7CC7BECA404}" srcOrd="1" destOrd="0" presId="urn:microsoft.com/office/officeart/2005/8/layout/lProcess2"/>
    <dgm:cxn modelId="{2F80B604-1F4B-3044-AC4C-BE9C2ECB4E20}" type="presParOf" srcId="{B0BC4F89-2B27-994F-B619-D14ECC5EEC67}" destId="{B0ACEA07-941C-3148-9EFE-CE78406646BF}" srcOrd="2" destOrd="0" presId="urn:microsoft.com/office/officeart/2005/8/layout/lProcess2"/>
    <dgm:cxn modelId="{A91A576A-BE48-3340-A28B-F4180A3E4E67}" type="presParOf" srcId="{B0BC4F89-2B27-994F-B619-D14ECC5EEC67}" destId="{8F0CB8E2-7FBB-E348-9AA8-E18C66DA272B}" srcOrd="3" destOrd="0" presId="urn:microsoft.com/office/officeart/2005/8/layout/lProcess2"/>
    <dgm:cxn modelId="{A00EACC5-D041-C94C-BFCF-4DB8C030CAF8}" type="presParOf" srcId="{B0BC4F89-2B27-994F-B619-D14ECC5EEC67}" destId="{D35E9F26-E9BC-1A40-A500-85996FECE547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0B5E0A-A26F-7C4B-91F4-B2FABE6629FF}" type="doc">
      <dgm:prSet loTypeId="urn:microsoft.com/office/officeart/2005/8/layout/default" loCatId="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797A501-1471-DD43-8BC1-82BC9E6E062B}">
      <dgm:prSet/>
      <dgm:spPr/>
      <dgm:t>
        <a:bodyPr/>
        <a:lstStyle/>
        <a:p>
          <a:r>
            <a:rPr lang="en-US" b="1" i="0" dirty="0"/>
            <a:t>Peer review &amp; inspection</a:t>
          </a:r>
          <a:r>
            <a:rPr lang="en-US" b="0" i="0" dirty="0"/>
            <a:t> – manual human checks</a:t>
          </a:r>
          <a:endParaRPr lang="en-US" dirty="0"/>
        </a:p>
      </dgm:t>
    </dgm:pt>
    <dgm:pt modelId="{DDCC52DE-0BD7-1F45-A8D4-43B4606B9975}" type="parTrans" cxnId="{C5724A10-8EF3-E147-A373-59BE13DF6696}">
      <dgm:prSet/>
      <dgm:spPr/>
      <dgm:t>
        <a:bodyPr/>
        <a:lstStyle/>
        <a:p>
          <a:endParaRPr lang="en-US"/>
        </a:p>
      </dgm:t>
    </dgm:pt>
    <dgm:pt modelId="{F5FF2709-BDE4-4A40-A106-7DEB60B2A44B}" type="sibTrans" cxnId="{C5724A10-8EF3-E147-A373-59BE13DF6696}">
      <dgm:prSet/>
      <dgm:spPr/>
      <dgm:t>
        <a:bodyPr/>
        <a:lstStyle/>
        <a:p>
          <a:endParaRPr lang="en-US"/>
        </a:p>
      </dgm:t>
    </dgm:pt>
    <dgm:pt modelId="{95591F20-DE6F-6740-99A8-D0B05A22EDC3}">
      <dgm:prSet/>
      <dgm:spPr/>
      <dgm:t>
        <a:bodyPr/>
        <a:lstStyle/>
        <a:p>
          <a:r>
            <a:rPr lang="en-US" b="1" i="0" dirty="0"/>
            <a:t>Design modeling checks</a:t>
          </a:r>
          <a:r>
            <a:rPr lang="en-US" b="0" i="0" dirty="0"/>
            <a:t> – e.g., UML consistency</a:t>
          </a:r>
          <a:endParaRPr lang="en-US" dirty="0"/>
        </a:p>
      </dgm:t>
    </dgm:pt>
    <dgm:pt modelId="{F2848810-63B1-0943-87BA-3813D4F4FE90}" type="parTrans" cxnId="{440464E6-37AE-104C-8BDA-689478952D69}">
      <dgm:prSet/>
      <dgm:spPr/>
      <dgm:t>
        <a:bodyPr/>
        <a:lstStyle/>
        <a:p>
          <a:endParaRPr lang="en-US"/>
        </a:p>
      </dgm:t>
    </dgm:pt>
    <dgm:pt modelId="{ACA21AD3-32B6-AE40-952E-728CEF91FA64}" type="sibTrans" cxnId="{440464E6-37AE-104C-8BDA-689478952D69}">
      <dgm:prSet/>
      <dgm:spPr/>
      <dgm:t>
        <a:bodyPr/>
        <a:lstStyle/>
        <a:p>
          <a:endParaRPr lang="en-US"/>
        </a:p>
      </dgm:t>
    </dgm:pt>
    <dgm:pt modelId="{8BA07B1F-4AE1-F544-A0BA-993526E12388}">
      <dgm:prSet/>
      <dgm:spPr/>
      <dgm:t>
        <a:bodyPr/>
        <a:lstStyle/>
        <a:p>
          <a:r>
            <a:rPr lang="en-US" b="1" i="0"/>
            <a:t>Formal verification</a:t>
          </a:r>
          <a:r>
            <a:rPr lang="en-US" b="0" i="0"/>
            <a:t> – mathematical proofs</a:t>
          </a:r>
          <a:endParaRPr lang="en-US"/>
        </a:p>
      </dgm:t>
    </dgm:pt>
    <dgm:pt modelId="{0ADB9300-3B0F-094B-9FD8-6DE3237BD319}" type="parTrans" cxnId="{EE0CC69A-B7A8-C242-A545-888314F31408}">
      <dgm:prSet/>
      <dgm:spPr/>
      <dgm:t>
        <a:bodyPr/>
        <a:lstStyle/>
        <a:p>
          <a:endParaRPr lang="en-US"/>
        </a:p>
      </dgm:t>
    </dgm:pt>
    <dgm:pt modelId="{D661FEBD-040E-3748-844D-19CD53540FF0}" type="sibTrans" cxnId="{EE0CC69A-B7A8-C242-A545-888314F31408}">
      <dgm:prSet/>
      <dgm:spPr/>
      <dgm:t>
        <a:bodyPr/>
        <a:lstStyle/>
        <a:p>
          <a:endParaRPr lang="en-US"/>
        </a:p>
      </dgm:t>
    </dgm:pt>
    <dgm:pt modelId="{6C12769A-6F52-6C4A-8047-315447033D7F}">
      <dgm:prSet/>
      <dgm:spPr/>
      <dgm:t>
        <a:bodyPr/>
        <a:lstStyle/>
        <a:p>
          <a:r>
            <a:rPr lang="en-US" b="1" i="0"/>
            <a:t>Model checking</a:t>
          </a:r>
          <a:r>
            <a:rPr lang="en-US" b="0" i="0"/>
            <a:t> – automated theorem proving</a:t>
          </a:r>
          <a:endParaRPr lang="en-US"/>
        </a:p>
      </dgm:t>
    </dgm:pt>
    <dgm:pt modelId="{208F53E8-CEE4-C442-819C-D80A05C08B0A}" type="parTrans" cxnId="{35DDFD5B-F7B0-BA46-910A-D6D68F0878BD}">
      <dgm:prSet/>
      <dgm:spPr/>
      <dgm:t>
        <a:bodyPr/>
        <a:lstStyle/>
        <a:p>
          <a:endParaRPr lang="en-US"/>
        </a:p>
      </dgm:t>
    </dgm:pt>
    <dgm:pt modelId="{0CE0163D-021F-6041-BB64-D38ABEB2FBA1}" type="sibTrans" cxnId="{35DDFD5B-F7B0-BA46-910A-D6D68F0878BD}">
      <dgm:prSet/>
      <dgm:spPr/>
      <dgm:t>
        <a:bodyPr/>
        <a:lstStyle/>
        <a:p>
          <a:endParaRPr lang="en-US"/>
        </a:p>
      </dgm:t>
    </dgm:pt>
    <dgm:pt modelId="{4FC49229-1A7B-4845-8D82-83A08CF81146}">
      <dgm:prSet/>
      <dgm:spPr/>
      <dgm:t>
        <a:bodyPr/>
        <a:lstStyle/>
        <a:p>
          <a:r>
            <a:rPr lang="en-US" b="1" i="0" dirty="0">
              <a:solidFill>
                <a:schemeClr val="tx1"/>
              </a:solidFill>
              <a:highlight>
                <a:srgbClr val="000080"/>
              </a:highlight>
            </a:rPr>
            <a:t>Automated program analysis – tool-based code scanning</a:t>
          </a:r>
          <a:endParaRPr lang="en-US" b="1" dirty="0">
            <a:solidFill>
              <a:schemeClr val="tx1"/>
            </a:solidFill>
            <a:highlight>
              <a:srgbClr val="000080"/>
            </a:highlight>
          </a:endParaRPr>
        </a:p>
      </dgm:t>
    </dgm:pt>
    <dgm:pt modelId="{61F1275A-857D-B44F-A58A-78D2AA79DF48}" type="parTrans" cxnId="{8C5A3FF5-1874-A146-A98F-8D5189B9952B}">
      <dgm:prSet/>
      <dgm:spPr/>
      <dgm:t>
        <a:bodyPr/>
        <a:lstStyle/>
        <a:p>
          <a:endParaRPr lang="en-US"/>
        </a:p>
      </dgm:t>
    </dgm:pt>
    <dgm:pt modelId="{EC5F273A-9205-7D4E-9FF7-52CD8B2775B8}" type="sibTrans" cxnId="{8C5A3FF5-1874-A146-A98F-8D5189B9952B}">
      <dgm:prSet/>
      <dgm:spPr/>
      <dgm:t>
        <a:bodyPr/>
        <a:lstStyle/>
        <a:p>
          <a:endParaRPr lang="en-US"/>
        </a:p>
      </dgm:t>
    </dgm:pt>
    <dgm:pt modelId="{C356A2FD-21F2-9F42-819C-26B200B27783}" type="pres">
      <dgm:prSet presAssocID="{A50B5E0A-A26F-7C4B-91F4-B2FABE6629FF}" presName="diagram" presStyleCnt="0">
        <dgm:presLayoutVars>
          <dgm:dir/>
          <dgm:resizeHandles val="exact"/>
        </dgm:presLayoutVars>
      </dgm:prSet>
      <dgm:spPr/>
    </dgm:pt>
    <dgm:pt modelId="{A7E744EF-5624-064B-B43A-21BD365D169A}" type="pres">
      <dgm:prSet presAssocID="{4797A501-1471-DD43-8BC1-82BC9E6E062B}" presName="node" presStyleLbl="node1" presStyleIdx="0" presStyleCnt="5">
        <dgm:presLayoutVars>
          <dgm:bulletEnabled val="1"/>
        </dgm:presLayoutVars>
      </dgm:prSet>
      <dgm:spPr/>
    </dgm:pt>
    <dgm:pt modelId="{7F41077B-F36E-CF43-BFC6-494215E928CF}" type="pres">
      <dgm:prSet presAssocID="{F5FF2709-BDE4-4A40-A106-7DEB60B2A44B}" presName="sibTrans" presStyleCnt="0"/>
      <dgm:spPr/>
    </dgm:pt>
    <dgm:pt modelId="{ECBCC5A9-AF58-D740-8024-786DE896DE73}" type="pres">
      <dgm:prSet presAssocID="{95591F20-DE6F-6740-99A8-D0B05A22EDC3}" presName="node" presStyleLbl="node1" presStyleIdx="1" presStyleCnt="5">
        <dgm:presLayoutVars>
          <dgm:bulletEnabled val="1"/>
        </dgm:presLayoutVars>
      </dgm:prSet>
      <dgm:spPr/>
    </dgm:pt>
    <dgm:pt modelId="{ACA0EAAB-52D2-B24C-A1C8-3E593EADB25A}" type="pres">
      <dgm:prSet presAssocID="{ACA21AD3-32B6-AE40-952E-728CEF91FA64}" presName="sibTrans" presStyleCnt="0"/>
      <dgm:spPr/>
    </dgm:pt>
    <dgm:pt modelId="{BC9E0FE7-319F-5147-B393-CAD49269E4FA}" type="pres">
      <dgm:prSet presAssocID="{8BA07B1F-4AE1-F544-A0BA-993526E12388}" presName="node" presStyleLbl="node1" presStyleIdx="2" presStyleCnt="5">
        <dgm:presLayoutVars>
          <dgm:bulletEnabled val="1"/>
        </dgm:presLayoutVars>
      </dgm:prSet>
      <dgm:spPr/>
    </dgm:pt>
    <dgm:pt modelId="{43D61547-2ED4-9447-A4A0-CBE6E66723D7}" type="pres">
      <dgm:prSet presAssocID="{D661FEBD-040E-3748-844D-19CD53540FF0}" presName="sibTrans" presStyleCnt="0"/>
      <dgm:spPr/>
    </dgm:pt>
    <dgm:pt modelId="{4887D5B7-DCC0-6343-8E2A-9B3E064B7DA6}" type="pres">
      <dgm:prSet presAssocID="{6C12769A-6F52-6C4A-8047-315447033D7F}" presName="node" presStyleLbl="node1" presStyleIdx="3" presStyleCnt="5">
        <dgm:presLayoutVars>
          <dgm:bulletEnabled val="1"/>
        </dgm:presLayoutVars>
      </dgm:prSet>
      <dgm:spPr/>
    </dgm:pt>
    <dgm:pt modelId="{A146CBCA-B7B9-7E49-AB87-8ABC2D94BC4E}" type="pres">
      <dgm:prSet presAssocID="{0CE0163D-021F-6041-BB64-D38ABEB2FBA1}" presName="sibTrans" presStyleCnt="0"/>
      <dgm:spPr/>
    </dgm:pt>
    <dgm:pt modelId="{F6C8AD48-A41A-8448-889D-FB6F22AD5AC8}" type="pres">
      <dgm:prSet presAssocID="{4FC49229-1A7B-4845-8D82-83A08CF81146}" presName="node" presStyleLbl="node1" presStyleIdx="4" presStyleCnt="5">
        <dgm:presLayoutVars>
          <dgm:bulletEnabled val="1"/>
        </dgm:presLayoutVars>
      </dgm:prSet>
      <dgm:spPr/>
    </dgm:pt>
  </dgm:ptLst>
  <dgm:cxnLst>
    <dgm:cxn modelId="{66CEB607-686C-104C-870D-6CBFF0803985}" type="presOf" srcId="{8BA07B1F-4AE1-F544-A0BA-993526E12388}" destId="{BC9E0FE7-319F-5147-B393-CAD49269E4FA}" srcOrd="0" destOrd="0" presId="urn:microsoft.com/office/officeart/2005/8/layout/default"/>
    <dgm:cxn modelId="{C5724A10-8EF3-E147-A373-59BE13DF6696}" srcId="{A50B5E0A-A26F-7C4B-91F4-B2FABE6629FF}" destId="{4797A501-1471-DD43-8BC1-82BC9E6E062B}" srcOrd="0" destOrd="0" parTransId="{DDCC52DE-0BD7-1F45-A8D4-43B4606B9975}" sibTransId="{F5FF2709-BDE4-4A40-A106-7DEB60B2A44B}"/>
    <dgm:cxn modelId="{2F710C13-3CFC-824A-8CC0-EEC76D53AC44}" type="presOf" srcId="{6C12769A-6F52-6C4A-8047-315447033D7F}" destId="{4887D5B7-DCC0-6343-8E2A-9B3E064B7DA6}" srcOrd="0" destOrd="0" presId="urn:microsoft.com/office/officeart/2005/8/layout/default"/>
    <dgm:cxn modelId="{81CFE829-90DA-824B-8B4D-21E8A475A235}" type="presOf" srcId="{95591F20-DE6F-6740-99A8-D0B05A22EDC3}" destId="{ECBCC5A9-AF58-D740-8024-786DE896DE73}" srcOrd="0" destOrd="0" presId="urn:microsoft.com/office/officeart/2005/8/layout/default"/>
    <dgm:cxn modelId="{35DDFD5B-F7B0-BA46-910A-D6D68F0878BD}" srcId="{A50B5E0A-A26F-7C4B-91F4-B2FABE6629FF}" destId="{6C12769A-6F52-6C4A-8047-315447033D7F}" srcOrd="3" destOrd="0" parTransId="{208F53E8-CEE4-C442-819C-D80A05C08B0A}" sibTransId="{0CE0163D-021F-6041-BB64-D38ABEB2FBA1}"/>
    <dgm:cxn modelId="{AB5C3D64-AD6B-EB47-A725-29FDCC0E4AC5}" type="presOf" srcId="{A50B5E0A-A26F-7C4B-91F4-B2FABE6629FF}" destId="{C356A2FD-21F2-9F42-819C-26B200B27783}" srcOrd="0" destOrd="0" presId="urn:microsoft.com/office/officeart/2005/8/layout/default"/>
    <dgm:cxn modelId="{141DC58D-4136-D040-BE1E-133BD6965F40}" type="presOf" srcId="{4FC49229-1A7B-4845-8D82-83A08CF81146}" destId="{F6C8AD48-A41A-8448-889D-FB6F22AD5AC8}" srcOrd="0" destOrd="0" presId="urn:microsoft.com/office/officeart/2005/8/layout/default"/>
    <dgm:cxn modelId="{EE0CC69A-B7A8-C242-A545-888314F31408}" srcId="{A50B5E0A-A26F-7C4B-91F4-B2FABE6629FF}" destId="{8BA07B1F-4AE1-F544-A0BA-993526E12388}" srcOrd="2" destOrd="0" parTransId="{0ADB9300-3B0F-094B-9FD8-6DE3237BD319}" sibTransId="{D661FEBD-040E-3748-844D-19CD53540FF0}"/>
    <dgm:cxn modelId="{94D010D8-3526-EF4D-8B57-8E0D5E457A56}" type="presOf" srcId="{4797A501-1471-DD43-8BC1-82BC9E6E062B}" destId="{A7E744EF-5624-064B-B43A-21BD365D169A}" srcOrd="0" destOrd="0" presId="urn:microsoft.com/office/officeart/2005/8/layout/default"/>
    <dgm:cxn modelId="{440464E6-37AE-104C-8BDA-689478952D69}" srcId="{A50B5E0A-A26F-7C4B-91F4-B2FABE6629FF}" destId="{95591F20-DE6F-6740-99A8-D0B05A22EDC3}" srcOrd="1" destOrd="0" parTransId="{F2848810-63B1-0943-87BA-3813D4F4FE90}" sibTransId="{ACA21AD3-32B6-AE40-952E-728CEF91FA64}"/>
    <dgm:cxn modelId="{8C5A3FF5-1874-A146-A98F-8D5189B9952B}" srcId="{A50B5E0A-A26F-7C4B-91F4-B2FABE6629FF}" destId="{4FC49229-1A7B-4845-8D82-83A08CF81146}" srcOrd="4" destOrd="0" parTransId="{61F1275A-857D-B44F-A58A-78D2AA79DF48}" sibTransId="{EC5F273A-9205-7D4E-9FF7-52CD8B2775B8}"/>
    <dgm:cxn modelId="{A5DD69C2-A8D6-BC45-B052-0A443DB4AB6C}" type="presParOf" srcId="{C356A2FD-21F2-9F42-819C-26B200B27783}" destId="{A7E744EF-5624-064B-B43A-21BD365D169A}" srcOrd="0" destOrd="0" presId="urn:microsoft.com/office/officeart/2005/8/layout/default"/>
    <dgm:cxn modelId="{BC503DF1-E30E-0447-8697-CE90171B2DEE}" type="presParOf" srcId="{C356A2FD-21F2-9F42-819C-26B200B27783}" destId="{7F41077B-F36E-CF43-BFC6-494215E928CF}" srcOrd="1" destOrd="0" presId="urn:microsoft.com/office/officeart/2005/8/layout/default"/>
    <dgm:cxn modelId="{F78AEB0C-DCF9-BC49-AE2B-D0379B9772B3}" type="presParOf" srcId="{C356A2FD-21F2-9F42-819C-26B200B27783}" destId="{ECBCC5A9-AF58-D740-8024-786DE896DE73}" srcOrd="2" destOrd="0" presId="urn:microsoft.com/office/officeart/2005/8/layout/default"/>
    <dgm:cxn modelId="{3D3CBE73-37C6-CF40-A81E-3938E5DA6863}" type="presParOf" srcId="{C356A2FD-21F2-9F42-819C-26B200B27783}" destId="{ACA0EAAB-52D2-B24C-A1C8-3E593EADB25A}" srcOrd="3" destOrd="0" presId="urn:microsoft.com/office/officeart/2005/8/layout/default"/>
    <dgm:cxn modelId="{AC6B6785-C036-E54E-8795-57852E80AFAA}" type="presParOf" srcId="{C356A2FD-21F2-9F42-819C-26B200B27783}" destId="{BC9E0FE7-319F-5147-B393-CAD49269E4FA}" srcOrd="4" destOrd="0" presId="urn:microsoft.com/office/officeart/2005/8/layout/default"/>
    <dgm:cxn modelId="{454BFD12-50A5-1144-88C9-924D654E2C44}" type="presParOf" srcId="{C356A2FD-21F2-9F42-819C-26B200B27783}" destId="{43D61547-2ED4-9447-A4A0-CBE6E66723D7}" srcOrd="5" destOrd="0" presId="urn:microsoft.com/office/officeart/2005/8/layout/default"/>
    <dgm:cxn modelId="{7E5AA514-DBB0-1B44-8D25-BF87A621F837}" type="presParOf" srcId="{C356A2FD-21F2-9F42-819C-26B200B27783}" destId="{4887D5B7-DCC0-6343-8E2A-9B3E064B7DA6}" srcOrd="6" destOrd="0" presId="urn:microsoft.com/office/officeart/2005/8/layout/default"/>
    <dgm:cxn modelId="{D3E5C482-B189-9245-A06B-B715C2BF7AA7}" type="presParOf" srcId="{C356A2FD-21F2-9F42-819C-26B200B27783}" destId="{A146CBCA-B7B9-7E49-AB87-8ABC2D94BC4E}" srcOrd="7" destOrd="0" presId="urn:microsoft.com/office/officeart/2005/8/layout/default"/>
    <dgm:cxn modelId="{43D2D105-9BA7-AF46-8BCF-EE3B362C2753}" type="presParOf" srcId="{C356A2FD-21F2-9F42-819C-26B200B27783}" destId="{F6C8AD48-A41A-8448-889D-FB6F22AD5AC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B7184AC-D6C1-634F-B217-B91BC1DB7397}" type="doc">
      <dgm:prSet loTypeId="urn:microsoft.com/office/officeart/2005/8/layout/vList2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42E764B-F1AA-6C47-9BF5-E71B573BBC87}" type="pres">
      <dgm:prSet presAssocID="{0B7184AC-D6C1-634F-B217-B91BC1DB7397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8910DC75-5627-5D43-82B1-980170EF327E}" type="presOf" srcId="{0B7184AC-D6C1-634F-B217-B91BC1DB7397}" destId="{E42E764B-F1AA-6C47-9BF5-E71B573BBC8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2F979C-CF16-1C4B-AF63-B41E8FE8A021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4074608-DBC6-7B46-9ADD-25535271B485}">
      <dgm:prSet/>
      <dgm:spPr/>
      <dgm:t>
        <a:bodyPr/>
        <a:lstStyle/>
        <a:p>
          <a:r>
            <a:rPr lang="en-US" b="1" i="0"/>
            <a:t>Benefits</a:t>
          </a:r>
          <a:endParaRPr lang="en-US"/>
        </a:p>
      </dgm:t>
    </dgm:pt>
    <dgm:pt modelId="{42BBBAA6-8041-D548-8B81-ADA748DCFC6A}" type="parTrans" cxnId="{2ED54014-BCAD-2E43-A4FC-BD4C3AF13ADD}">
      <dgm:prSet/>
      <dgm:spPr/>
      <dgm:t>
        <a:bodyPr/>
        <a:lstStyle/>
        <a:p>
          <a:endParaRPr lang="en-US"/>
        </a:p>
      </dgm:t>
    </dgm:pt>
    <dgm:pt modelId="{6D590091-B278-C645-ABBB-4EA8FE4E8243}" type="sibTrans" cxnId="{2ED54014-BCAD-2E43-A4FC-BD4C3AF13ADD}">
      <dgm:prSet/>
      <dgm:spPr/>
      <dgm:t>
        <a:bodyPr/>
        <a:lstStyle/>
        <a:p>
          <a:endParaRPr lang="en-US"/>
        </a:p>
      </dgm:t>
    </dgm:pt>
    <dgm:pt modelId="{D3C3C753-30F0-3F48-879B-192DFD5F20B5}">
      <dgm:prSet/>
      <dgm:spPr/>
      <dgm:t>
        <a:bodyPr/>
        <a:lstStyle/>
        <a:p>
          <a:r>
            <a:rPr lang="en-US" b="0" i="0"/>
            <a:t>Early bug detection → cheaper fixes</a:t>
          </a:r>
          <a:endParaRPr lang="en-US"/>
        </a:p>
      </dgm:t>
    </dgm:pt>
    <dgm:pt modelId="{E44781D0-0AF9-5244-92E8-E882A6320905}" type="parTrans" cxnId="{86F94BAA-865A-5E4D-AE5C-171DD3FCA67C}">
      <dgm:prSet/>
      <dgm:spPr/>
      <dgm:t>
        <a:bodyPr/>
        <a:lstStyle/>
        <a:p>
          <a:endParaRPr lang="en-US"/>
        </a:p>
      </dgm:t>
    </dgm:pt>
    <dgm:pt modelId="{ED18317B-6000-0543-B259-0C995EFBAFCC}" type="sibTrans" cxnId="{86F94BAA-865A-5E4D-AE5C-171DD3FCA67C}">
      <dgm:prSet/>
      <dgm:spPr/>
      <dgm:t>
        <a:bodyPr/>
        <a:lstStyle/>
        <a:p>
          <a:endParaRPr lang="en-US"/>
        </a:p>
      </dgm:t>
    </dgm:pt>
    <dgm:pt modelId="{8B763BEE-748F-CA4E-93E4-2BEADA3CAB5F}">
      <dgm:prSet/>
      <dgm:spPr/>
      <dgm:t>
        <a:bodyPr/>
        <a:lstStyle/>
        <a:p>
          <a:r>
            <a:rPr lang="en-US" b="0" i="0"/>
            <a:t>Consistent coding standards across teams</a:t>
          </a:r>
          <a:endParaRPr lang="en-US"/>
        </a:p>
      </dgm:t>
    </dgm:pt>
    <dgm:pt modelId="{7481C984-6C32-9140-866F-91B02AF165A1}" type="parTrans" cxnId="{60810D84-F808-C946-BA4A-1FC481EA0EFA}">
      <dgm:prSet/>
      <dgm:spPr/>
      <dgm:t>
        <a:bodyPr/>
        <a:lstStyle/>
        <a:p>
          <a:endParaRPr lang="en-US"/>
        </a:p>
      </dgm:t>
    </dgm:pt>
    <dgm:pt modelId="{8E269376-3540-724B-AB4C-FBBEBC9D8A46}" type="sibTrans" cxnId="{60810D84-F808-C946-BA4A-1FC481EA0EFA}">
      <dgm:prSet/>
      <dgm:spPr/>
      <dgm:t>
        <a:bodyPr/>
        <a:lstStyle/>
        <a:p>
          <a:endParaRPr lang="en-US"/>
        </a:p>
      </dgm:t>
    </dgm:pt>
    <dgm:pt modelId="{4C4623B8-1034-2A41-AEAD-F792603DA75F}">
      <dgm:prSet/>
      <dgm:spPr/>
      <dgm:t>
        <a:bodyPr/>
        <a:lstStyle/>
        <a:p>
          <a:r>
            <a:rPr lang="en-US" b="0" i="0"/>
            <a:t>Improves maintainability of long-lived projects</a:t>
          </a:r>
          <a:endParaRPr lang="en-US"/>
        </a:p>
      </dgm:t>
    </dgm:pt>
    <dgm:pt modelId="{153EA08B-11F3-9B48-B2F6-DE4DE6B06BA0}" type="parTrans" cxnId="{78B2D7EF-A24A-9841-9136-C0DD0FECC047}">
      <dgm:prSet/>
      <dgm:spPr/>
      <dgm:t>
        <a:bodyPr/>
        <a:lstStyle/>
        <a:p>
          <a:endParaRPr lang="en-US"/>
        </a:p>
      </dgm:t>
    </dgm:pt>
    <dgm:pt modelId="{C4B0FF5D-E23C-4444-9C52-EBBA123D59C5}" type="sibTrans" cxnId="{78B2D7EF-A24A-9841-9136-C0DD0FECC047}">
      <dgm:prSet/>
      <dgm:spPr/>
      <dgm:t>
        <a:bodyPr/>
        <a:lstStyle/>
        <a:p>
          <a:endParaRPr lang="en-US"/>
        </a:p>
      </dgm:t>
    </dgm:pt>
    <dgm:pt modelId="{8C7A540E-55EF-B54F-8241-FD2BD230190A}">
      <dgm:prSet/>
      <dgm:spPr/>
      <dgm:t>
        <a:bodyPr/>
        <a:lstStyle/>
        <a:p>
          <a:r>
            <a:rPr lang="en-US" b="0" i="0"/>
            <a:t>Supports security &amp; reliability</a:t>
          </a:r>
          <a:endParaRPr lang="en-US"/>
        </a:p>
      </dgm:t>
    </dgm:pt>
    <dgm:pt modelId="{11A6B11C-FA0C-1446-9B9B-63E08100F81B}" type="parTrans" cxnId="{286E1C9F-9C30-DB4D-91D9-95B3F996488B}">
      <dgm:prSet/>
      <dgm:spPr/>
      <dgm:t>
        <a:bodyPr/>
        <a:lstStyle/>
        <a:p>
          <a:endParaRPr lang="en-US"/>
        </a:p>
      </dgm:t>
    </dgm:pt>
    <dgm:pt modelId="{D6062EB2-653D-CF47-81E4-CC54E9E875BF}" type="sibTrans" cxnId="{286E1C9F-9C30-DB4D-91D9-95B3F996488B}">
      <dgm:prSet/>
      <dgm:spPr/>
      <dgm:t>
        <a:bodyPr/>
        <a:lstStyle/>
        <a:p>
          <a:endParaRPr lang="en-US"/>
        </a:p>
      </dgm:t>
    </dgm:pt>
    <dgm:pt modelId="{4236D169-8F35-AF41-B677-6576F7931676}">
      <dgm:prSet/>
      <dgm:spPr/>
      <dgm:t>
        <a:bodyPr/>
        <a:lstStyle/>
        <a:p>
          <a:r>
            <a:rPr lang="en-US" b="0" i="0"/>
            <a:t>Shift-left testing: issues caught early in lifecycle</a:t>
          </a:r>
          <a:endParaRPr lang="en-US"/>
        </a:p>
      </dgm:t>
    </dgm:pt>
    <dgm:pt modelId="{6935A023-945C-6D4E-AF4C-5C6333259D7E}" type="parTrans" cxnId="{D33BA72E-B6F8-EB47-B386-AD3541CDA654}">
      <dgm:prSet/>
      <dgm:spPr/>
      <dgm:t>
        <a:bodyPr/>
        <a:lstStyle/>
        <a:p>
          <a:endParaRPr lang="en-US"/>
        </a:p>
      </dgm:t>
    </dgm:pt>
    <dgm:pt modelId="{3654115C-BD5B-164E-AA4E-6996B634BDB8}" type="sibTrans" cxnId="{D33BA72E-B6F8-EB47-B386-AD3541CDA654}">
      <dgm:prSet/>
      <dgm:spPr/>
      <dgm:t>
        <a:bodyPr/>
        <a:lstStyle/>
        <a:p>
          <a:endParaRPr lang="en-US"/>
        </a:p>
      </dgm:t>
    </dgm:pt>
    <dgm:pt modelId="{F4DFFDC5-A281-A74D-ACF2-86B97D2A6214}">
      <dgm:prSet/>
      <dgm:spPr/>
      <dgm:t>
        <a:bodyPr/>
        <a:lstStyle/>
        <a:p>
          <a:r>
            <a:rPr lang="en-US" b="1" i="0"/>
            <a:t>Drawbacks</a:t>
          </a:r>
          <a:endParaRPr lang="en-US"/>
        </a:p>
      </dgm:t>
    </dgm:pt>
    <dgm:pt modelId="{4C8594EB-A74F-3149-A728-F8C3943AB02B}" type="parTrans" cxnId="{3CBDB2BE-3B08-DB40-8CA7-457D5B5F191E}">
      <dgm:prSet/>
      <dgm:spPr/>
      <dgm:t>
        <a:bodyPr/>
        <a:lstStyle/>
        <a:p>
          <a:endParaRPr lang="en-US"/>
        </a:p>
      </dgm:t>
    </dgm:pt>
    <dgm:pt modelId="{1A31F1F7-EAF3-DA45-9F4D-54A88F2E0A79}" type="sibTrans" cxnId="{3CBDB2BE-3B08-DB40-8CA7-457D5B5F191E}">
      <dgm:prSet/>
      <dgm:spPr/>
      <dgm:t>
        <a:bodyPr/>
        <a:lstStyle/>
        <a:p>
          <a:endParaRPr lang="en-US"/>
        </a:p>
      </dgm:t>
    </dgm:pt>
    <dgm:pt modelId="{8E2B0541-0C20-5A46-B910-0735805A680A}">
      <dgm:prSet/>
      <dgm:spPr/>
      <dgm:t>
        <a:bodyPr/>
        <a:lstStyle/>
        <a:p>
          <a:r>
            <a:rPr lang="en-US" b="0" i="0"/>
            <a:t>False positives (flags non-issues)</a:t>
          </a:r>
          <a:endParaRPr lang="en-US"/>
        </a:p>
      </dgm:t>
    </dgm:pt>
    <dgm:pt modelId="{37CA68D2-DF74-284F-ACF4-E4467EE2E2CD}" type="parTrans" cxnId="{C707DB5E-A295-BE49-B226-2F784BC4658E}">
      <dgm:prSet/>
      <dgm:spPr/>
      <dgm:t>
        <a:bodyPr/>
        <a:lstStyle/>
        <a:p>
          <a:endParaRPr lang="en-US"/>
        </a:p>
      </dgm:t>
    </dgm:pt>
    <dgm:pt modelId="{6FD5DB3E-2E5E-D54B-B522-487ABDEA9442}" type="sibTrans" cxnId="{C707DB5E-A295-BE49-B226-2F784BC4658E}">
      <dgm:prSet/>
      <dgm:spPr/>
      <dgm:t>
        <a:bodyPr/>
        <a:lstStyle/>
        <a:p>
          <a:endParaRPr lang="en-US"/>
        </a:p>
      </dgm:t>
    </dgm:pt>
    <dgm:pt modelId="{A93B6128-8AA9-B447-B9CD-EF2E5526FAA4}">
      <dgm:prSet/>
      <dgm:spPr/>
      <dgm:t>
        <a:bodyPr/>
        <a:lstStyle/>
        <a:p>
          <a:r>
            <a:rPr lang="en-US" b="0" i="0"/>
            <a:t>Requires setup &amp; learning curve</a:t>
          </a:r>
          <a:endParaRPr lang="en-US"/>
        </a:p>
      </dgm:t>
    </dgm:pt>
    <dgm:pt modelId="{9069F814-F0EC-394C-AC30-713B6E355B83}" type="parTrans" cxnId="{8C911916-2F9B-4A40-B722-1EA360F5FB0B}">
      <dgm:prSet/>
      <dgm:spPr/>
      <dgm:t>
        <a:bodyPr/>
        <a:lstStyle/>
        <a:p>
          <a:endParaRPr lang="en-US"/>
        </a:p>
      </dgm:t>
    </dgm:pt>
    <dgm:pt modelId="{90ED6F8C-ACC1-3E4B-8B88-1309944F63DB}" type="sibTrans" cxnId="{8C911916-2F9B-4A40-B722-1EA360F5FB0B}">
      <dgm:prSet/>
      <dgm:spPr/>
      <dgm:t>
        <a:bodyPr/>
        <a:lstStyle/>
        <a:p>
          <a:endParaRPr lang="en-US"/>
        </a:p>
      </dgm:t>
    </dgm:pt>
    <dgm:pt modelId="{277DBD03-7DF4-554E-B766-7D828C2716FE}">
      <dgm:prSet/>
      <dgm:spPr/>
      <dgm:t>
        <a:bodyPr/>
        <a:lstStyle/>
        <a:p>
          <a:r>
            <a:rPr lang="en-US" b="0" i="0"/>
            <a:t>Cannot detect runtime errors → dynamic testing still needed</a:t>
          </a:r>
          <a:endParaRPr lang="en-US"/>
        </a:p>
      </dgm:t>
    </dgm:pt>
    <dgm:pt modelId="{F6A3E5CC-B332-BF4A-84AA-905B589B22C8}" type="parTrans" cxnId="{5F134957-BF77-1F4C-AA8F-44D9D25306A4}">
      <dgm:prSet/>
      <dgm:spPr/>
      <dgm:t>
        <a:bodyPr/>
        <a:lstStyle/>
        <a:p>
          <a:endParaRPr lang="en-US"/>
        </a:p>
      </dgm:t>
    </dgm:pt>
    <dgm:pt modelId="{34BF4A9D-1AB7-6A48-B0A5-2B41E4DC46B1}" type="sibTrans" cxnId="{5F134957-BF77-1F4C-AA8F-44D9D25306A4}">
      <dgm:prSet/>
      <dgm:spPr/>
      <dgm:t>
        <a:bodyPr/>
        <a:lstStyle/>
        <a:p>
          <a:endParaRPr lang="en-US"/>
        </a:p>
      </dgm:t>
    </dgm:pt>
    <dgm:pt modelId="{E72D9385-C18B-5F49-A17E-500709CAA959}">
      <dgm:prSet/>
      <dgm:spPr/>
      <dgm:t>
        <a:bodyPr/>
        <a:lstStyle/>
        <a:p>
          <a:r>
            <a:rPr lang="en-US" b="0" i="0"/>
            <a:t>May generate too many warnings (noise)</a:t>
          </a:r>
          <a:endParaRPr lang="en-US"/>
        </a:p>
      </dgm:t>
    </dgm:pt>
    <dgm:pt modelId="{5A17CA3F-096A-7A48-9052-89B15364F0C3}" type="parTrans" cxnId="{352A75BA-39F8-B74F-BC92-B74496AB8E1E}">
      <dgm:prSet/>
      <dgm:spPr/>
      <dgm:t>
        <a:bodyPr/>
        <a:lstStyle/>
        <a:p>
          <a:endParaRPr lang="en-US"/>
        </a:p>
      </dgm:t>
    </dgm:pt>
    <dgm:pt modelId="{F1829273-392D-E144-9E47-4CF89C3D2A61}" type="sibTrans" cxnId="{352A75BA-39F8-B74F-BC92-B74496AB8E1E}">
      <dgm:prSet/>
      <dgm:spPr/>
      <dgm:t>
        <a:bodyPr/>
        <a:lstStyle/>
        <a:p>
          <a:endParaRPr lang="en-US"/>
        </a:p>
      </dgm:t>
    </dgm:pt>
    <dgm:pt modelId="{F3C1D7D2-251E-5843-803A-E33BB7C44656}">
      <dgm:prSet/>
      <dgm:spPr/>
      <dgm:t>
        <a:bodyPr/>
        <a:lstStyle/>
        <a:p>
          <a:r>
            <a:rPr lang="en-US" b="0" i="0"/>
            <a:t>Can slow down builds in large projects</a:t>
          </a:r>
          <a:endParaRPr lang="en-US"/>
        </a:p>
      </dgm:t>
    </dgm:pt>
    <dgm:pt modelId="{5BDD012B-9D2D-1C44-AE8B-96C891C5A745}" type="parTrans" cxnId="{C88D16A8-97E2-9A4A-B6A1-E9131349827B}">
      <dgm:prSet/>
      <dgm:spPr/>
      <dgm:t>
        <a:bodyPr/>
        <a:lstStyle/>
        <a:p>
          <a:endParaRPr lang="en-US"/>
        </a:p>
      </dgm:t>
    </dgm:pt>
    <dgm:pt modelId="{B3DBC499-FF71-CB4C-8E8E-74B68E1370AD}" type="sibTrans" cxnId="{C88D16A8-97E2-9A4A-B6A1-E9131349827B}">
      <dgm:prSet/>
      <dgm:spPr/>
      <dgm:t>
        <a:bodyPr/>
        <a:lstStyle/>
        <a:p>
          <a:endParaRPr lang="en-US"/>
        </a:p>
      </dgm:t>
    </dgm:pt>
    <dgm:pt modelId="{5EF9F360-7397-A044-9018-70EB12B144A3}" type="pres">
      <dgm:prSet presAssocID="{D02F979C-CF16-1C4B-AF63-B41E8FE8A021}" presName="Name0" presStyleCnt="0">
        <dgm:presLayoutVars>
          <dgm:dir/>
          <dgm:animLvl val="lvl"/>
          <dgm:resizeHandles val="exact"/>
        </dgm:presLayoutVars>
      </dgm:prSet>
      <dgm:spPr/>
    </dgm:pt>
    <dgm:pt modelId="{F9636FBD-F57C-E745-9326-82008E1D0004}" type="pres">
      <dgm:prSet presAssocID="{34074608-DBC6-7B46-9ADD-25535271B485}" presName="composite" presStyleCnt="0"/>
      <dgm:spPr/>
    </dgm:pt>
    <dgm:pt modelId="{9C353BA7-D4B7-B04B-943E-4625B17045B6}" type="pres">
      <dgm:prSet presAssocID="{34074608-DBC6-7B46-9ADD-25535271B48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B7B8819-21B6-3342-B1F6-186530C9742D}" type="pres">
      <dgm:prSet presAssocID="{34074608-DBC6-7B46-9ADD-25535271B485}" presName="desTx" presStyleLbl="alignAccFollowNode1" presStyleIdx="0" presStyleCnt="2">
        <dgm:presLayoutVars>
          <dgm:bulletEnabled val="1"/>
        </dgm:presLayoutVars>
      </dgm:prSet>
      <dgm:spPr/>
    </dgm:pt>
    <dgm:pt modelId="{5E3FD189-B985-D949-9EDB-A564155821A8}" type="pres">
      <dgm:prSet presAssocID="{6D590091-B278-C645-ABBB-4EA8FE4E8243}" presName="space" presStyleCnt="0"/>
      <dgm:spPr/>
    </dgm:pt>
    <dgm:pt modelId="{B818B107-5382-B14A-B33C-978D6B5F3EB2}" type="pres">
      <dgm:prSet presAssocID="{F4DFFDC5-A281-A74D-ACF2-86B97D2A6214}" presName="composite" presStyleCnt="0"/>
      <dgm:spPr/>
    </dgm:pt>
    <dgm:pt modelId="{11F95C8C-BE22-F142-AEDD-B14EB6E4CE32}" type="pres">
      <dgm:prSet presAssocID="{F4DFFDC5-A281-A74D-ACF2-86B97D2A621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16EF12A-446E-B04E-AFC5-29FE0D3057B8}" type="pres">
      <dgm:prSet presAssocID="{F4DFFDC5-A281-A74D-ACF2-86B97D2A621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83EB6D11-5637-4146-B121-2C0FD505477C}" type="presOf" srcId="{8C7A540E-55EF-B54F-8241-FD2BD230190A}" destId="{8B7B8819-21B6-3342-B1F6-186530C9742D}" srcOrd="0" destOrd="3" presId="urn:microsoft.com/office/officeart/2005/8/layout/hList1"/>
    <dgm:cxn modelId="{2ED54014-BCAD-2E43-A4FC-BD4C3AF13ADD}" srcId="{D02F979C-CF16-1C4B-AF63-B41E8FE8A021}" destId="{34074608-DBC6-7B46-9ADD-25535271B485}" srcOrd="0" destOrd="0" parTransId="{42BBBAA6-8041-D548-8B81-ADA748DCFC6A}" sibTransId="{6D590091-B278-C645-ABBB-4EA8FE4E8243}"/>
    <dgm:cxn modelId="{131C0D15-4809-D24B-BAC1-83C2C3F7F925}" type="presOf" srcId="{F4DFFDC5-A281-A74D-ACF2-86B97D2A6214}" destId="{11F95C8C-BE22-F142-AEDD-B14EB6E4CE32}" srcOrd="0" destOrd="0" presId="urn:microsoft.com/office/officeart/2005/8/layout/hList1"/>
    <dgm:cxn modelId="{8C911916-2F9B-4A40-B722-1EA360F5FB0B}" srcId="{F4DFFDC5-A281-A74D-ACF2-86B97D2A6214}" destId="{A93B6128-8AA9-B447-B9CD-EF2E5526FAA4}" srcOrd="1" destOrd="0" parTransId="{9069F814-F0EC-394C-AC30-713B6E355B83}" sibTransId="{90ED6F8C-ACC1-3E4B-8B88-1309944F63DB}"/>
    <dgm:cxn modelId="{DCD82E2B-232C-6D49-962C-AE6BD93E32BC}" type="presOf" srcId="{D3C3C753-30F0-3F48-879B-192DFD5F20B5}" destId="{8B7B8819-21B6-3342-B1F6-186530C9742D}" srcOrd="0" destOrd="0" presId="urn:microsoft.com/office/officeart/2005/8/layout/hList1"/>
    <dgm:cxn modelId="{D33BA72E-B6F8-EB47-B386-AD3541CDA654}" srcId="{34074608-DBC6-7B46-9ADD-25535271B485}" destId="{4236D169-8F35-AF41-B677-6576F7931676}" srcOrd="4" destOrd="0" parTransId="{6935A023-945C-6D4E-AF4C-5C6333259D7E}" sibTransId="{3654115C-BD5B-164E-AA4E-6996B634BDB8}"/>
    <dgm:cxn modelId="{5F134957-BF77-1F4C-AA8F-44D9D25306A4}" srcId="{F4DFFDC5-A281-A74D-ACF2-86B97D2A6214}" destId="{277DBD03-7DF4-554E-B766-7D828C2716FE}" srcOrd="2" destOrd="0" parTransId="{F6A3E5CC-B332-BF4A-84AA-905B589B22C8}" sibTransId="{34BF4A9D-1AB7-6A48-B0A5-2B41E4DC46B1}"/>
    <dgm:cxn modelId="{C707DB5E-A295-BE49-B226-2F784BC4658E}" srcId="{F4DFFDC5-A281-A74D-ACF2-86B97D2A6214}" destId="{8E2B0541-0C20-5A46-B910-0735805A680A}" srcOrd="0" destOrd="0" parTransId="{37CA68D2-DF74-284F-ACF4-E4467EE2E2CD}" sibTransId="{6FD5DB3E-2E5E-D54B-B522-487ABDEA9442}"/>
    <dgm:cxn modelId="{2D5E0964-6ABA-E14B-8572-82ECB7764D02}" type="presOf" srcId="{4C4623B8-1034-2A41-AEAD-F792603DA75F}" destId="{8B7B8819-21B6-3342-B1F6-186530C9742D}" srcOrd="0" destOrd="2" presId="urn:microsoft.com/office/officeart/2005/8/layout/hList1"/>
    <dgm:cxn modelId="{90CCD36E-FFCC-A448-A183-62D2CEF187DC}" type="presOf" srcId="{E72D9385-C18B-5F49-A17E-500709CAA959}" destId="{D16EF12A-446E-B04E-AFC5-29FE0D3057B8}" srcOrd="0" destOrd="3" presId="urn:microsoft.com/office/officeart/2005/8/layout/hList1"/>
    <dgm:cxn modelId="{60810D84-F808-C946-BA4A-1FC481EA0EFA}" srcId="{34074608-DBC6-7B46-9ADD-25535271B485}" destId="{8B763BEE-748F-CA4E-93E4-2BEADA3CAB5F}" srcOrd="1" destOrd="0" parTransId="{7481C984-6C32-9140-866F-91B02AF165A1}" sibTransId="{8E269376-3540-724B-AB4C-FBBEBC9D8A46}"/>
    <dgm:cxn modelId="{1833F192-49A1-6640-8FC8-89B4FBEC6B0C}" type="presOf" srcId="{277DBD03-7DF4-554E-B766-7D828C2716FE}" destId="{D16EF12A-446E-B04E-AFC5-29FE0D3057B8}" srcOrd="0" destOrd="2" presId="urn:microsoft.com/office/officeart/2005/8/layout/hList1"/>
    <dgm:cxn modelId="{C2802999-8067-C04C-9EE9-06CE7AF05706}" type="presOf" srcId="{4236D169-8F35-AF41-B677-6576F7931676}" destId="{8B7B8819-21B6-3342-B1F6-186530C9742D}" srcOrd="0" destOrd="4" presId="urn:microsoft.com/office/officeart/2005/8/layout/hList1"/>
    <dgm:cxn modelId="{286E1C9F-9C30-DB4D-91D9-95B3F996488B}" srcId="{34074608-DBC6-7B46-9ADD-25535271B485}" destId="{8C7A540E-55EF-B54F-8241-FD2BD230190A}" srcOrd="3" destOrd="0" parTransId="{11A6B11C-FA0C-1446-9B9B-63E08100F81B}" sibTransId="{D6062EB2-653D-CF47-81E4-CC54E9E875BF}"/>
    <dgm:cxn modelId="{C88D16A8-97E2-9A4A-B6A1-E9131349827B}" srcId="{F4DFFDC5-A281-A74D-ACF2-86B97D2A6214}" destId="{F3C1D7D2-251E-5843-803A-E33BB7C44656}" srcOrd="4" destOrd="0" parTransId="{5BDD012B-9D2D-1C44-AE8B-96C891C5A745}" sibTransId="{B3DBC499-FF71-CB4C-8E8E-74B68E1370AD}"/>
    <dgm:cxn modelId="{86F94BAA-865A-5E4D-AE5C-171DD3FCA67C}" srcId="{34074608-DBC6-7B46-9ADD-25535271B485}" destId="{D3C3C753-30F0-3F48-879B-192DFD5F20B5}" srcOrd="0" destOrd="0" parTransId="{E44781D0-0AF9-5244-92E8-E882A6320905}" sibTransId="{ED18317B-6000-0543-B259-0C995EFBAFCC}"/>
    <dgm:cxn modelId="{352A75BA-39F8-B74F-BC92-B74496AB8E1E}" srcId="{F4DFFDC5-A281-A74D-ACF2-86B97D2A6214}" destId="{E72D9385-C18B-5F49-A17E-500709CAA959}" srcOrd="3" destOrd="0" parTransId="{5A17CA3F-096A-7A48-9052-89B15364F0C3}" sibTransId="{F1829273-392D-E144-9E47-4CF89C3D2A61}"/>
    <dgm:cxn modelId="{3CBDB2BE-3B08-DB40-8CA7-457D5B5F191E}" srcId="{D02F979C-CF16-1C4B-AF63-B41E8FE8A021}" destId="{F4DFFDC5-A281-A74D-ACF2-86B97D2A6214}" srcOrd="1" destOrd="0" parTransId="{4C8594EB-A74F-3149-A728-F8C3943AB02B}" sibTransId="{1A31F1F7-EAF3-DA45-9F4D-54A88F2E0A79}"/>
    <dgm:cxn modelId="{100424C3-9281-C940-B2A2-6427D30A618F}" type="presOf" srcId="{8E2B0541-0C20-5A46-B910-0735805A680A}" destId="{D16EF12A-446E-B04E-AFC5-29FE0D3057B8}" srcOrd="0" destOrd="0" presId="urn:microsoft.com/office/officeart/2005/8/layout/hList1"/>
    <dgm:cxn modelId="{99A0CEC5-193A-1B4F-B974-7527D17C8DD8}" type="presOf" srcId="{F3C1D7D2-251E-5843-803A-E33BB7C44656}" destId="{D16EF12A-446E-B04E-AFC5-29FE0D3057B8}" srcOrd="0" destOrd="4" presId="urn:microsoft.com/office/officeart/2005/8/layout/hList1"/>
    <dgm:cxn modelId="{A0DCE8D7-E939-0043-B6D3-8DA9372033C0}" type="presOf" srcId="{34074608-DBC6-7B46-9ADD-25535271B485}" destId="{9C353BA7-D4B7-B04B-943E-4625B17045B6}" srcOrd="0" destOrd="0" presId="urn:microsoft.com/office/officeart/2005/8/layout/hList1"/>
    <dgm:cxn modelId="{51CBA4E1-4956-0146-BD4A-A18294AA2089}" type="presOf" srcId="{A93B6128-8AA9-B447-B9CD-EF2E5526FAA4}" destId="{D16EF12A-446E-B04E-AFC5-29FE0D3057B8}" srcOrd="0" destOrd="1" presId="urn:microsoft.com/office/officeart/2005/8/layout/hList1"/>
    <dgm:cxn modelId="{1B1980E2-9B40-1848-8B34-7B2E77958360}" type="presOf" srcId="{D02F979C-CF16-1C4B-AF63-B41E8FE8A021}" destId="{5EF9F360-7397-A044-9018-70EB12B144A3}" srcOrd="0" destOrd="0" presId="urn:microsoft.com/office/officeart/2005/8/layout/hList1"/>
    <dgm:cxn modelId="{78B2D7EF-A24A-9841-9136-C0DD0FECC047}" srcId="{34074608-DBC6-7B46-9ADD-25535271B485}" destId="{4C4623B8-1034-2A41-AEAD-F792603DA75F}" srcOrd="2" destOrd="0" parTransId="{153EA08B-11F3-9B48-B2F6-DE4DE6B06BA0}" sibTransId="{C4B0FF5D-E23C-4444-9C52-EBBA123D59C5}"/>
    <dgm:cxn modelId="{BA18D7F8-9D8A-5544-A62D-6E26124B97B7}" type="presOf" srcId="{8B763BEE-748F-CA4E-93E4-2BEADA3CAB5F}" destId="{8B7B8819-21B6-3342-B1F6-186530C9742D}" srcOrd="0" destOrd="1" presId="urn:microsoft.com/office/officeart/2005/8/layout/hList1"/>
    <dgm:cxn modelId="{D2B4EAA5-CC33-2048-9861-0B9F3E58378F}" type="presParOf" srcId="{5EF9F360-7397-A044-9018-70EB12B144A3}" destId="{F9636FBD-F57C-E745-9326-82008E1D0004}" srcOrd="0" destOrd="0" presId="urn:microsoft.com/office/officeart/2005/8/layout/hList1"/>
    <dgm:cxn modelId="{0248BCB8-341E-8343-BF92-F952093AB6DD}" type="presParOf" srcId="{F9636FBD-F57C-E745-9326-82008E1D0004}" destId="{9C353BA7-D4B7-B04B-943E-4625B17045B6}" srcOrd="0" destOrd="0" presId="urn:microsoft.com/office/officeart/2005/8/layout/hList1"/>
    <dgm:cxn modelId="{51EC6F32-B6B0-C74C-8357-76685FAC1DE7}" type="presParOf" srcId="{F9636FBD-F57C-E745-9326-82008E1D0004}" destId="{8B7B8819-21B6-3342-B1F6-186530C9742D}" srcOrd="1" destOrd="0" presId="urn:microsoft.com/office/officeart/2005/8/layout/hList1"/>
    <dgm:cxn modelId="{D5033702-D18E-884B-9789-BCFA3CE19EF8}" type="presParOf" srcId="{5EF9F360-7397-A044-9018-70EB12B144A3}" destId="{5E3FD189-B985-D949-9EDB-A564155821A8}" srcOrd="1" destOrd="0" presId="urn:microsoft.com/office/officeart/2005/8/layout/hList1"/>
    <dgm:cxn modelId="{7C7FEEE5-1E71-F949-BF1A-6F038A078B95}" type="presParOf" srcId="{5EF9F360-7397-A044-9018-70EB12B144A3}" destId="{B818B107-5382-B14A-B33C-978D6B5F3EB2}" srcOrd="2" destOrd="0" presId="urn:microsoft.com/office/officeart/2005/8/layout/hList1"/>
    <dgm:cxn modelId="{351D08A5-969B-F64F-A0C6-475F49BD905B}" type="presParOf" srcId="{B818B107-5382-B14A-B33C-978D6B5F3EB2}" destId="{11F95C8C-BE22-F142-AEDD-B14EB6E4CE32}" srcOrd="0" destOrd="0" presId="urn:microsoft.com/office/officeart/2005/8/layout/hList1"/>
    <dgm:cxn modelId="{75B92ED6-1DAE-224E-AA38-CD93427ED833}" type="presParOf" srcId="{B818B107-5382-B14A-B33C-978D6B5F3EB2}" destId="{D16EF12A-446E-B04E-AFC5-29FE0D3057B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BF827C-4DF6-2A4D-B13D-2A068A57014C}">
      <dsp:nvSpPr>
        <dsp:cNvPr id="0" name=""/>
        <dsp:cNvSpPr/>
      </dsp:nvSpPr>
      <dsp:spPr>
        <a:xfrm>
          <a:off x="0" y="36305"/>
          <a:ext cx="8946541" cy="13109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 dirty="0"/>
            <a:t>System verification without execution</a:t>
          </a:r>
          <a:endParaRPr lang="en-US" sz="3300" kern="1200" dirty="0"/>
        </a:p>
      </dsp:txBody>
      <dsp:txXfrm>
        <a:off x="63994" y="100299"/>
        <a:ext cx="8818553" cy="1182942"/>
      </dsp:txXfrm>
    </dsp:sp>
    <dsp:sp modelId="{D1AAC180-DBC3-FC44-A95E-DA1CDBBB0769}">
      <dsp:nvSpPr>
        <dsp:cNvPr id="0" name=""/>
        <dsp:cNvSpPr/>
      </dsp:nvSpPr>
      <dsp:spPr>
        <a:xfrm>
          <a:off x="0" y="1442275"/>
          <a:ext cx="8946541" cy="13109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 dirty="0"/>
            <a:t>Works on</a:t>
          </a:r>
          <a:r>
            <a:rPr lang="en-US" sz="3300" b="0" i="0" kern="1200" dirty="0"/>
            <a:t> source code, design models, specifications</a:t>
          </a:r>
          <a:endParaRPr lang="en-US" sz="3300" kern="1200" dirty="0"/>
        </a:p>
      </dsp:txBody>
      <dsp:txXfrm>
        <a:off x="63994" y="1506269"/>
        <a:ext cx="8818553" cy="1182942"/>
      </dsp:txXfrm>
    </dsp:sp>
    <dsp:sp modelId="{E1195D2D-708B-CA49-A64E-05BABB8A5D99}">
      <dsp:nvSpPr>
        <dsp:cNvPr id="0" name=""/>
        <dsp:cNvSpPr/>
      </dsp:nvSpPr>
      <dsp:spPr>
        <a:xfrm>
          <a:off x="0" y="2848245"/>
          <a:ext cx="8946541" cy="13109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 dirty="0"/>
            <a:t>Detects errors early, before the software runs</a:t>
          </a:r>
          <a:endParaRPr lang="en-US" sz="3300" kern="1200" dirty="0"/>
        </a:p>
      </dsp:txBody>
      <dsp:txXfrm>
        <a:off x="63994" y="2912239"/>
        <a:ext cx="8818553" cy="11829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A6CCB4-7651-144F-BAB0-ACA8F864508B}">
      <dsp:nvSpPr>
        <dsp:cNvPr id="0" name=""/>
        <dsp:cNvSpPr/>
      </dsp:nvSpPr>
      <dsp:spPr>
        <a:xfrm>
          <a:off x="4848" y="0"/>
          <a:ext cx="4664022" cy="5023448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1" i="0" kern="1200" dirty="0"/>
            <a:t>Static Analysis</a:t>
          </a:r>
          <a:endParaRPr lang="en-US" sz="4200" kern="1200" dirty="0"/>
        </a:p>
      </dsp:txBody>
      <dsp:txXfrm>
        <a:off x="4848" y="0"/>
        <a:ext cx="4664022" cy="1507034"/>
      </dsp:txXfrm>
    </dsp:sp>
    <dsp:sp modelId="{23E88F78-255C-7449-BCA7-688CF70523C4}">
      <dsp:nvSpPr>
        <dsp:cNvPr id="0" name=""/>
        <dsp:cNvSpPr/>
      </dsp:nvSpPr>
      <dsp:spPr>
        <a:xfrm>
          <a:off x="471250" y="1507463"/>
          <a:ext cx="3731218" cy="986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40005" rIns="5334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Checks code </a:t>
          </a:r>
          <a:r>
            <a:rPr lang="en-US" sz="2100" b="1" i="0" kern="1200" dirty="0"/>
            <a:t>without running it</a:t>
          </a:r>
          <a:endParaRPr lang="en-US" sz="2100" kern="1200" dirty="0"/>
        </a:p>
      </dsp:txBody>
      <dsp:txXfrm>
        <a:off x="500155" y="1536368"/>
        <a:ext cx="3673408" cy="929096"/>
      </dsp:txXfrm>
    </dsp:sp>
    <dsp:sp modelId="{EE0B8BC7-66C0-764C-994D-6C4D3AE2F9D5}">
      <dsp:nvSpPr>
        <dsp:cNvPr id="0" name=""/>
        <dsp:cNvSpPr/>
      </dsp:nvSpPr>
      <dsp:spPr>
        <a:xfrm>
          <a:off x="471250" y="2646201"/>
          <a:ext cx="3731218" cy="986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40005" rIns="5334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Focuses on code structure, models, and specifications</a:t>
          </a:r>
          <a:endParaRPr lang="en-US" sz="2100" kern="1200" dirty="0"/>
        </a:p>
      </dsp:txBody>
      <dsp:txXfrm>
        <a:off x="500155" y="2675106"/>
        <a:ext cx="3673408" cy="929096"/>
      </dsp:txXfrm>
    </dsp:sp>
    <dsp:sp modelId="{294C0EFF-F90E-214E-BD77-7F1458D32E4D}">
      <dsp:nvSpPr>
        <dsp:cNvPr id="0" name=""/>
        <dsp:cNvSpPr/>
      </dsp:nvSpPr>
      <dsp:spPr>
        <a:xfrm>
          <a:off x="471250" y="3784939"/>
          <a:ext cx="3731218" cy="986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40005" rIns="5334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Detects errors </a:t>
          </a:r>
          <a:r>
            <a:rPr lang="en-US" sz="2100" b="1" i="0" kern="1200" dirty="0"/>
            <a:t>early in development</a:t>
          </a:r>
          <a:endParaRPr lang="en-US" sz="2100" kern="1200" dirty="0"/>
        </a:p>
      </dsp:txBody>
      <dsp:txXfrm>
        <a:off x="500155" y="3813844"/>
        <a:ext cx="3673408" cy="929096"/>
      </dsp:txXfrm>
    </dsp:sp>
    <dsp:sp modelId="{3FED2154-94B8-E745-BB60-66E301DEC87D}">
      <dsp:nvSpPr>
        <dsp:cNvPr id="0" name=""/>
        <dsp:cNvSpPr/>
      </dsp:nvSpPr>
      <dsp:spPr>
        <a:xfrm>
          <a:off x="5018672" y="0"/>
          <a:ext cx="4664022" cy="5023448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1" i="0" kern="1200" dirty="0"/>
            <a:t>Dynamic Analysis</a:t>
          </a:r>
          <a:endParaRPr lang="en-US" sz="4200" kern="1200" dirty="0"/>
        </a:p>
      </dsp:txBody>
      <dsp:txXfrm>
        <a:off x="5018672" y="0"/>
        <a:ext cx="4664022" cy="1507034"/>
      </dsp:txXfrm>
    </dsp:sp>
    <dsp:sp modelId="{C398A656-747F-5F4D-B984-04ADE8DC7355}">
      <dsp:nvSpPr>
        <dsp:cNvPr id="0" name=""/>
        <dsp:cNvSpPr/>
      </dsp:nvSpPr>
      <dsp:spPr>
        <a:xfrm>
          <a:off x="5485075" y="1507463"/>
          <a:ext cx="3731218" cy="986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40005" rIns="5334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Tests behavior </a:t>
          </a:r>
          <a:r>
            <a:rPr lang="en-US" sz="2100" b="1" i="0" kern="1200" dirty="0"/>
            <a:t>by executing the program</a:t>
          </a:r>
          <a:endParaRPr lang="en-US" sz="2100" kern="1200" dirty="0"/>
        </a:p>
      </dsp:txBody>
      <dsp:txXfrm>
        <a:off x="5513980" y="1536368"/>
        <a:ext cx="3673408" cy="929096"/>
      </dsp:txXfrm>
    </dsp:sp>
    <dsp:sp modelId="{B0ACEA07-941C-3148-9EFE-CE78406646BF}">
      <dsp:nvSpPr>
        <dsp:cNvPr id="0" name=""/>
        <dsp:cNvSpPr/>
      </dsp:nvSpPr>
      <dsp:spPr>
        <a:xfrm>
          <a:off x="5485075" y="2646201"/>
          <a:ext cx="3731218" cy="986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40005" rIns="5334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Focuses on runtime conditions and outputs</a:t>
          </a:r>
          <a:endParaRPr lang="en-US" sz="2100" kern="1200" dirty="0"/>
        </a:p>
      </dsp:txBody>
      <dsp:txXfrm>
        <a:off x="5513980" y="2675106"/>
        <a:ext cx="3673408" cy="929096"/>
      </dsp:txXfrm>
    </dsp:sp>
    <dsp:sp modelId="{D35E9F26-E9BC-1A40-A500-85996FECE547}">
      <dsp:nvSpPr>
        <dsp:cNvPr id="0" name=""/>
        <dsp:cNvSpPr/>
      </dsp:nvSpPr>
      <dsp:spPr>
        <a:xfrm>
          <a:off x="5485075" y="3784939"/>
          <a:ext cx="3731218" cy="986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40005" rIns="5334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Detects issues </a:t>
          </a:r>
          <a:r>
            <a:rPr lang="en-US" sz="2100" b="1" i="0" kern="1200" dirty="0"/>
            <a:t>during or after execution</a:t>
          </a:r>
          <a:endParaRPr lang="en-US" sz="2100" kern="1200" dirty="0"/>
        </a:p>
      </dsp:txBody>
      <dsp:txXfrm>
        <a:off x="5513980" y="3813844"/>
        <a:ext cx="3673408" cy="9290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744EF-5624-064B-B43A-21BD365D169A}">
      <dsp:nvSpPr>
        <dsp:cNvPr id="0" name=""/>
        <dsp:cNvSpPr/>
      </dsp:nvSpPr>
      <dsp:spPr>
        <a:xfrm>
          <a:off x="0" y="280474"/>
          <a:ext cx="2795794" cy="16774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Peer review &amp; inspection</a:t>
          </a:r>
          <a:r>
            <a:rPr lang="en-US" sz="2400" b="0" i="0" kern="1200" dirty="0"/>
            <a:t> – manual human checks</a:t>
          </a:r>
          <a:endParaRPr lang="en-US" sz="2400" kern="1200" dirty="0"/>
        </a:p>
      </dsp:txBody>
      <dsp:txXfrm>
        <a:off x="0" y="280474"/>
        <a:ext cx="2795794" cy="1677476"/>
      </dsp:txXfrm>
    </dsp:sp>
    <dsp:sp modelId="{ECBCC5A9-AF58-D740-8024-786DE896DE73}">
      <dsp:nvSpPr>
        <dsp:cNvPr id="0" name=""/>
        <dsp:cNvSpPr/>
      </dsp:nvSpPr>
      <dsp:spPr>
        <a:xfrm>
          <a:off x="3075373" y="280474"/>
          <a:ext cx="2795794" cy="16774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Design modeling checks</a:t>
          </a:r>
          <a:r>
            <a:rPr lang="en-US" sz="2400" b="0" i="0" kern="1200" dirty="0"/>
            <a:t> – e.g., UML consistency</a:t>
          </a:r>
          <a:endParaRPr lang="en-US" sz="2400" kern="1200" dirty="0"/>
        </a:p>
      </dsp:txBody>
      <dsp:txXfrm>
        <a:off x="3075373" y="280474"/>
        <a:ext cx="2795794" cy="1677476"/>
      </dsp:txXfrm>
    </dsp:sp>
    <dsp:sp modelId="{BC9E0FE7-319F-5147-B393-CAD49269E4FA}">
      <dsp:nvSpPr>
        <dsp:cNvPr id="0" name=""/>
        <dsp:cNvSpPr/>
      </dsp:nvSpPr>
      <dsp:spPr>
        <a:xfrm>
          <a:off x="6150746" y="280474"/>
          <a:ext cx="2795794" cy="16774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/>
            <a:t>Formal verification</a:t>
          </a:r>
          <a:r>
            <a:rPr lang="en-US" sz="2400" b="0" i="0" kern="1200"/>
            <a:t> – mathematical proofs</a:t>
          </a:r>
          <a:endParaRPr lang="en-US" sz="2400" kern="1200"/>
        </a:p>
      </dsp:txBody>
      <dsp:txXfrm>
        <a:off x="6150746" y="280474"/>
        <a:ext cx="2795794" cy="1677476"/>
      </dsp:txXfrm>
    </dsp:sp>
    <dsp:sp modelId="{4887D5B7-DCC0-6343-8E2A-9B3E064B7DA6}">
      <dsp:nvSpPr>
        <dsp:cNvPr id="0" name=""/>
        <dsp:cNvSpPr/>
      </dsp:nvSpPr>
      <dsp:spPr>
        <a:xfrm>
          <a:off x="1537686" y="2237530"/>
          <a:ext cx="2795794" cy="16774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/>
            <a:t>Model checking</a:t>
          </a:r>
          <a:r>
            <a:rPr lang="en-US" sz="2400" b="0" i="0" kern="1200"/>
            <a:t> – automated theorem proving</a:t>
          </a:r>
          <a:endParaRPr lang="en-US" sz="2400" kern="1200"/>
        </a:p>
      </dsp:txBody>
      <dsp:txXfrm>
        <a:off x="1537686" y="2237530"/>
        <a:ext cx="2795794" cy="1677476"/>
      </dsp:txXfrm>
    </dsp:sp>
    <dsp:sp modelId="{F6C8AD48-A41A-8448-889D-FB6F22AD5AC8}">
      <dsp:nvSpPr>
        <dsp:cNvPr id="0" name=""/>
        <dsp:cNvSpPr/>
      </dsp:nvSpPr>
      <dsp:spPr>
        <a:xfrm>
          <a:off x="4613060" y="2237530"/>
          <a:ext cx="2795794" cy="16774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tx1"/>
              </a:solidFill>
              <a:highlight>
                <a:srgbClr val="000080"/>
              </a:highlight>
            </a:rPr>
            <a:t>Automated program analysis – tool-based code scanning</a:t>
          </a:r>
          <a:endParaRPr lang="en-US" sz="2400" b="1" kern="1200" dirty="0">
            <a:solidFill>
              <a:schemeClr val="tx1"/>
            </a:solidFill>
            <a:highlight>
              <a:srgbClr val="000080"/>
            </a:highlight>
          </a:endParaRPr>
        </a:p>
      </dsp:txBody>
      <dsp:txXfrm>
        <a:off x="4613060" y="2237530"/>
        <a:ext cx="2795794" cy="16774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53BA7-D4B7-B04B-943E-4625B17045B6}">
      <dsp:nvSpPr>
        <dsp:cNvPr id="0" name=""/>
        <dsp:cNvSpPr/>
      </dsp:nvSpPr>
      <dsp:spPr>
        <a:xfrm>
          <a:off x="43" y="16912"/>
          <a:ext cx="4180585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Benefits</a:t>
          </a:r>
          <a:endParaRPr lang="en-US" sz="2000" kern="1200"/>
        </a:p>
      </dsp:txBody>
      <dsp:txXfrm>
        <a:off x="43" y="16912"/>
        <a:ext cx="4180585" cy="576000"/>
      </dsp:txXfrm>
    </dsp:sp>
    <dsp:sp modelId="{8B7B8819-21B6-3342-B1F6-186530C9742D}">
      <dsp:nvSpPr>
        <dsp:cNvPr id="0" name=""/>
        <dsp:cNvSpPr/>
      </dsp:nvSpPr>
      <dsp:spPr>
        <a:xfrm>
          <a:off x="43" y="592912"/>
          <a:ext cx="4180585" cy="358565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Early bug detection → cheaper fixes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Consistent coding standards across teams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Improves maintainability of long-lived projects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Supports security &amp; reliability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Shift-left testing: issues caught early in lifecycle</a:t>
          </a:r>
          <a:endParaRPr lang="en-US" sz="2000" kern="1200"/>
        </a:p>
      </dsp:txBody>
      <dsp:txXfrm>
        <a:off x="43" y="592912"/>
        <a:ext cx="4180585" cy="3585656"/>
      </dsp:txXfrm>
    </dsp:sp>
    <dsp:sp modelId="{11F95C8C-BE22-F142-AEDD-B14EB6E4CE32}">
      <dsp:nvSpPr>
        <dsp:cNvPr id="0" name=""/>
        <dsp:cNvSpPr/>
      </dsp:nvSpPr>
      <dsp:spPr>
        <a:xfrm>
          <a:off x="4765911" y="16912"/>
          <a:ext cx="4180585" cy="5760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Drawbacks</a:t>
          </a:r>
          <a:endParaRPr lang="en-US" sz="2000" kern="1200"/>
        </a:p>
      </dsp:txBody>
      <dsp:txXfrm>
        <a:off x="4765911" y="16912"/>
        <a:ext cx="4180585" cy="576000"/>
      </dsp:txXfrm>
    </dsp:sp>
    <dsp:sp modelId="{D16EF12A-446E-B04E-AFC5-29FE0D3057B8}">
      <dsp:nvSpPr>
        <dsp:cNvPr id="0" name=""/>
        <dsp:cNvSpPr/>
      </dsp:nvSpPr>
      <dsp:spPr>
        <a:xfrm>
          <a:off x="4765911" y="592912"/>
          <a:ext cx="4180585" cy="358565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False positives (flags non-issues)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Requires setup &amp; learning curve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Cannot detect runtime errors → dynamic testing still needed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May generate too many warnings (noise)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/>
            <a:t>Can slow down builds in large projects</a:t>
          </a:r>
          <a:endParaRPr lang="en-US" sz="2000" kern="1200"/>
        </a:p>
      </dsp:txBody>
      <dsp:txXfrm>
        <a:off x="4765911" y="592912"/>
        <a:ext cx="4180585" cy="35856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2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55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012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980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5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44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72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41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37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59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2558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05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864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67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97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443C454-09EA-C74D-87D9-01A2CAAF2C13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F5771-ACDC-7943-A933-4FDB9DDDB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866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62" r:id="rId1"/>
    <p:sldLayoutId id="2147484063" r:id="rId2"/>
    <p:sldLayoutId id="2147484064" r:id="rId3"/>
    <p:sldLayoutId id="2147484065" r:id="rId4"/>
    <p:sldLayoutId id="2147484066" r:id="rId5"/>
    <p:sldLayoutId id="2147484067" r:id="rId6"/>
    <p:sldLayoutId id="2147484068" r:id="rId7"/>
    <p:sldLayoutId id="2147484069" r:id="rId8"/>
    <p:sldLayoutId id="2147484070" r:id="rId9"/>
    <p:sldLayoutId id="2147484071" r:id="rId10"/>
    <p:sldLayoutId id="2147484072" r:id="rId11"/>
    <p:sldLayoutId id="2147484073" r:id="rId12"/>
    <p:sldLayoutId id="2147484074" r:id="rId13"/>
    <p:sldLayoutId id="2147484075" r:id="rId14"/>
    <p:sldLayoutId id="2147484076" r:id="rId15"/>
    <p:sldLayoutId id="2147484077" r:id="rId16"/>
    <p:sldLayoutId id="21474840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6136-3BBD-3942-0228-928FC242E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Static Analysis Tools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F68C8-CD33-F883-DF6E-FD97B91A95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</a:t>
            </a:r>
          </a:p>
          <a:p>
            <a:r>
              <a:rPr lang="en-US" dirty="0"/>
              <a:t>Winston TATWA IRUNGU </a:t>
            </a:r>
          </a:p>
        </p:txBody>
      </p:sp>
    </p:spTree>
    <p:extLst>
      <p:ext uri="{BB962C8B-B14F-4D97-AF65-F5344CB8AC3E}">
        <p14:creationId xmlns:p14="http://schemas.microsoft.com/office/powerpoint/2010/main" val="813011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326A-310C-C7FE-F9A2-A5724D25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" y="289560"/>
            <a:ext cx="9258354" cy="1226346"/>
          </a:xfrm>
        </p:spPr>
        <p:txBody>
          <a:bodyPr/>
          <a:lstStyle/>
          <a:p>
            <a:r>
              <a:rPr lang="en-US" b="1" dirty="0"/>
              <a:t>When you hear the word static, what’s the first thing that comes to mind?”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39F0CD-87E2-1EFD-A8A4-4310F0C7D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3073" y="2011680"/>
            <a:ext cx="7619134" cy="4439322"/>
          </a:xfrm>
        </p:spPr>
      </p:pic>
    </p:spTree>
    <p:extLst>
      <p:ext uri="{BB962C8B-B14F-4D97-AF65-F5344CB8AC3E}">
        <p14:creationId xmlns:p14="http://schemas.microsoft.com/office/powerpoint/2010/main" val="999100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E2F1E-FB9C-005C-8D21-A8019F9E5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5714-9DCD-887D-8606-54403C4BB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What is static analysis?</a:t>
            </a:r>
            <a:endParaRPr lang="en-US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DDC09EB6-DDF8-5C75-86CB-099285658C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0277599"/>
              </p:ext>
            </p:extLst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6933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7081B-590B-1C60-635A-8E9EE8105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98BF2-3524-88FB-D518-0FC2FCFD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Static vs Dynamic Analysis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53ADBC6-BD54-5201-D306-7BA3408E78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3450520"/>
              </p:ext>
            </p:extLst>
          </p:nvPr>
        </p:nvGraphicFramePr>
        <p:xfrm>
          <a:off x="1069676" y="1381834"/>
          <a:ext cx="9687544" cy="5023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1693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48BBA-223C-B9AD-E9A2-67A8CE878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BA784-0D94-FA1F-E85B-62EE162F5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Static Analysis Techniques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3ACDB28-CC29-434D-62D8-53DA7E6B8C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437818"/>
              </p:ext>
            </p:extLst>
          </p:nvPr>
        </p:nvGraphicFramePr>
        <p:xfrm>
          <a:off x="1258588" y="2018412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E331288-EA9B-0704-4527-A38910D2FE50}"/>
              </a:ext>
            </a:extLst>
          </p:cNvPr>
          <p:cNvSpPr txBox="1"/>
          <p:nvPr/>
        </p:nvSpPr>
        <p:spPr>
          <a:xfrm>
            <a:off x="8712679" y="39163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71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AA12F-7E9D-1CF0-1E81-1BAFF5564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Static Analysis Tools (Automatic Static Analyzers)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4E625F7-FA52-BC4E-D170-E1FF88D041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8338723"/>
              </p:ext>
            </p:extLst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DC1D8FB-F92A-D60D-4C95-C7448FA69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719402"/>
              </p:ext>
            </p:extLst>
          </p:nvPr>
        </p:nvGraphicFramePr>
        <p:xfrm>
          <a:off x="1686943" y="2488552"/>
          <a:ext cx="8128000" cy="3302000"/>
        </p:xfrm>
        <a:graphic>
          <a:graphicData uri="http://schemas.openxmlformats.org/drawingml/2006/table">
            <a:tbl>
              <a:tblPr firstRow="1" bandRow="1">
                <a:tableStyleId>{327F97BB-C833-4FB7-BDE5-3F7075034690}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149503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58197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343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Frontend / JS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ESLint</a:t>
                      </a:r>
                      <a:r>
                        <a:rPr lang="en-US" dirty="0"/>
                        <a:t>, Prettier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58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Pylint</a:t>
                      </a:r>
                      <a:r>
                        <a:rPr lang="en-US" dirty="0"/>
                        <a:t>, Bandit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600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SpotBugs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Checkstyle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259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Enterprise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SonarQube, Coverity, </a:t>
                      </a:r>
                      <a:r>
                        <a:rPr lang="en-US" dirty="0" err="1"/>
                        <a:t>Semgrep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79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961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237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968E3-78F5-03B3-A46C-7CBF51A43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Static Analysis: Benefits vs Drawbacks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C719EAA-D83D-4FEE-474C-6B7B18C657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2886905"/>
              </p:ext>
            </p:extLst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2655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ADF72-3227-DD1C-8818-F249B20C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using code snippets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ABB042-7CCF-A0E5-3B17-A6A208987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579552"/>
            <a:ext cx="8947150" cy="314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003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4F16-6EA3-2F59-A5CB-08D0C08A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using code snippets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9D40A5C-1119-03C0-9845-E9ABEE9CA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1488" y="2804319"/>
            <a:ext cx="76708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923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0412D-0158-A92A-3429-B8DEE6F3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using code snippets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60CA2B-94A6-3EEB-49B6-B42A8E8BA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0821" y="1832899"/>
            <a:ext cx="6933565" cy="386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828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FB450-D14B-D3B5-D4AF-CEF57171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9743-3452-B9F8-7B72-BCECB2151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Sommerville, I. (2015). </a:t>
            </a:r>
            <a:r>
              <a:rPr lang="en-US" i="1" dirty="0"/>
              <a:t>Software engineering</a:t>
            </a:r>
            <a:r>
              <a:rPr lang="en-US" dirty="0"/>
              <a:t> (10th ed.). Pearson.</a:t>
            </a:r>
          </a:p>
          <a:p>
            <a:r>
              <a:rPr lang="en-US" dirty="0"/>
              <a:t>Graham, D., van Veenendaal, E., Evans, I., &amp; Black, R. (2014). </a:t>
            </a:r>
            <a:r>
              <a:rPr lang="en-US" i="1" dirty="0"/>
              <a:t>Foundations of software testing: ISTQB certification</a:t>
            </a:r>
            <a:r>
              <a:rPr lang="en-US" dirty="0"/>
              <a:t> (2nd ed.). Cengage Learning.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1519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1738</TotalTime>
  <Words>297</Words>
  <Application>Microsoft Macintosh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Static Analysis Tools </vt:lpstr>
      <vt:lpstr>When you hear the word static, what’s the first thing that comes to mind?”</vt:lpstr>
      <vt:lpstr>What is static analysis?</vt:lpstr>
      <vt:lpstr>Static vs Dynamic Analysis</vt:lpstr>
      <vt:lpstr>Static Analysis Techniques</vt:lpstr>
      <vt:lpstr>Static Analysis Tools (Automatic Static Analyzers)</vt:lpstr>
      <vt:lpstr>Static Analysis: Benefits vs Drawbacks</vt:lpstr>
      <vt:lpstr>Demo using code snippets </vt:lpstr>
      <vt:lpstr>Demo using code snippets </vt:lpstr>
      <vt:lpstr>Demo using code snippets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Winston Irungu</dc:creator>
  <cp:lastModifiedBy>Winston Irungu</cp:lastModifiedBy>
  <cp:revision>7</cp:revision>
  <dcterms:created xsi:type="dcterms:W3CDTF">2025-09-24T05:31:15Z</dcterms:created>
  <dcterms:modified xsi:type="dcterms:W3CDTF">2025-10-01T09:50:25Z</dcterms:modified>
</cp:coreProperties>
</file>